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1"/>
  </p:sldMasterIdLst>
  <p:notesMasterIdLst>
    <p:notesMasterId r:id="rId7"/>
  </p:notesMasterIdLst>
  <p:sldIdLst>
    <p:sldId id="283" r:id="rId2"/>
    <p:sldId id="305" r:id="rId3"/>
    <p:sldId id="258" r:id="rId4"/>
    <p:sldId id="260" r:id="rId5"/>
    <p:sldId id="275" r:id="rId6"/>
  </p:sldIdLst>
  <p:sldSz cx="12192000" cy="6858000"/>
  <p:notesSz cx="7104063" cy="102346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007BA99-D693-2BD6-E5CE-EC1D8B98F12B}" name="MAEDA Yuuki" initials="MY" userId="LH0O2BYGFWwxLJCswbkcfIbi9WSUK5oFTub0UyEOBYc="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4472C4"/>
    <a:srgbClr val="8E0000"/>
    <a:srgbClr val="FFCDCD"/>
    <a:srgbClr val="003CFF"/>
    <a:srgbClr val="FEBEBE"/>
    <a:srgbClr val="FE7272"/>
    <a:srgbClr val="6965FF"/>
    <a:srgbClr val="E0E5F7"/>
    <a:srgbClr val="270AF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0E42E2-9444-4F24-BCFC-A6CA3A0FB3A8}" v="414" dt="2026-09-17T05:13:26.014"/>
    <p1510:client id="{61C10807-35A3-4517-8DBF-A4C9B8CD1E3A}" v="9" dt="2026-09-16T10:06:56.903"/>
    <p1510:client id="{765B78CE-53C8-4EB6-AE2F-5C7DA8153ED5}" v="114" dt="2026-09-16T10:27:47.831"/>
    <p1510:client id="{9CFCB6C7-75CE-4761-B71B-51415E544E5C}" v="123" dt="2026-09-17T06:18:38.936"/>
    <p1510:client id="{BD21F6F9-BD91-46C0-BF34-27EE9333F463}" v="14" dt="2026-09-17T07:40:37.954"/>
    <p1510:client id="{D0C52410-CAF4-42A6-9D9B-7BCA7640BA09}" v="474" dt="2026-09-17T06:14:26.202"/>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628" autoAdjust="0"/>
    <p:restoredTop sz="85766" autoAdjust="0"/>
  </p:normalViewPr>
  <p:slideViewPr>
    <p:cSldViewPr snapToGrid="0">
      <p:cViewPr varScale="1">
        <p:scale>
          <a:sx n="63" d="100"/>
          <a:sy n="63" d="100"/>
        </p:scale>
        <p:origin x="892" y="6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 Id="rId14"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OSHIDA Haruto" userId="o3nT65zFR9wRUwpwlemvUDHDlrh7/SrQEICuoEKi29c=" providerId="None" clId="Web-{9CFCB6C7-75CE-4761-B71B-51415E544E5C}"/>
    <pc:docChg chg="addSld delSld modSld">
      <pc:chgData name="YOSHIDA Haruto" userId="o3nT65zFR9wRUwpwlemvUDHDlrh7/SrQEICuoEKi29c=" providerId="None" clId="Web-{9CFCB6C7-75CE-4761-B71B-51415E544E5C}" dt="2026-09-17T06:18:38.936" v="99" actId="20577"/>
      <pc:docMkLst>
        <pc:docMk/>
      </pc:docMkLst>
      <pc:sldChg chg="addSp modSp">
        <pc:chgData name="YOSHIDA Haruto" userId="o3nT65zFR9wRUwpwlemvUDHDlrh7/SrQEICuoEKi29c=" providerId="None" clId="Web-{9CFCB6C7-75CE-4761-B71B-51415E544E5C}" dt="2026-09-17T05:33:48.400" v="44" actId="1076"/>
        <pc:sldMkLst>
          <pc:docMk/>
          <pc:sldMk cId="1171058737" sldId="285"/>
        </pc:sldMkLst>
        <pc:spChg chg="add mod">
          <ac:chgData name="YOSHIDA Haruto" userId="o3nT65zFR9wRUwpwlemvUDHDlrh7/SrQEICuoEKi29c=" providerId="None" clId="Web-{9CFCB6C7-75CE-4761-B71B-51415E544E5C}" dt="2026-09-17T05:33:48.400" v="44" actId="1076"/>
          <ac:spMkLst>
            <pc:docMk/>
            <pc:sldMk cId="1171058737" sldId="285"/>
            <ac:spMk id="3" creationId="{9D5CCA5B-2DCE-D149-94A5-E042AD22FAC3}"/>
          </ac:spMkLst>
        </pc:spChg>
        <pc:spChg chg="mod">
          <ac:chgData name="YOSHIDA Haruto" userId="o3nT65zFR9wRUwpwlemvUDHDlrh7/SrQEICuoEKi29c=" providerId="None" clId="Web-{9CFCB6C7-75CE-4761-B71B-51415E544E5C}" dt="2026-09-17T05:30:47.300" v="29" actId="20577"/>
          <ac:spMkLst>
            <pc:docMk/>
            <pc:sldMk cId="1171058737" sldId="285"/>
            <ac:spMk id="7" creationId="{44EDFC17-C57B-FED8-ABA2-3D1658F21E3C}"/>
          </ac:spMkLst>
        </pc:spChg>
        <pc:spChg chg="mod">
          <ac:chgData name="YOSHIDA Haruto" userId="o3nT65zFR9wRUwpwlemvUDHDlrh7/SrQEICuoEKi29c=" providerId="None" clId="Web-{9CFCB6C7-75CE-4761-B71B-51415E544E5C}" dt="2026-09-17T05:28:55.969" v="19" actId="20577"/>
          <ac:spMkLst>
            <pc:docMk/>
            <pc:sldMk cId="1171058737" sldId="285"/>
            <ac:spMk id="12" creationId="{12DDDFA5-CF10-8B3C-06C3-564100076CE1}"/>
          </ac:spMkLst>
        </pc:spChg>
        <pc:spChg chg="mod">
          <ac:chgData name="YOSHIDA Haruto" userId="o3nT65zFR9wRUwpwlemvUDHDlrh7/SrQEICuoEKi29c=" providerId="None" clId="Web-{9CFCB6C7-75CE-4761-B71B-51415E544E5C}" dt="2026-09-17T05:30:56.660" v="30"/>
          <ac:spMkLst>
            <pc:docMk/>
            <pc:sldMk cId="1171058737" sldId="285"/>
            <ac:spMk id="13" creationId="{708CC7D0-D856-118F-3AE6-28E823FF19F5}"/>
          </ac:spMkLst>
        </pc:spChg>
        <pc:spChg chg="mod">
          <ac:chgData name="YOSHIDA Haruto" userId="o3nT65zFR9wRUwpwlemvUDHDlrh7/SrQEICuoEKi29c=" providerId="None" clId="Web-{9CFCB6C7-75CE-4761-B71B-51415E544E5C}" dt="2026-09-17T05:31:18.520" v="32" actId="20577"/>
          <ac:spMkLst>
            <pc:docMk/>
            <pc:sldMk cId="1171058737" sldId="285"/>
            <ac:spMk id="15" creationId="{A5A584EF-35C2-6679-AE14-A980CDA9320D}"/>
          </ac:spMkLst>
        </pc:spChg>
      </pc:sldChg>
      <pc:sldChg chg="del">
        <pc:chgData name="YOSHIDA Haruto" userId="o3nT65zFR9wRUwpwlemvUDHDlrh7/SrQEICuoEKi29c=" providerId="None" clId="Web-{9CFCB6C7-75CE-4761-B71B-51415E544E5C}" dt="2026-09-17T05:34:44.683" v="45"/>
        <pc:sldMkLst>
          <pc:docMk/>
          <pc:sldMk cId="4048279062" sldId="298"/>
        </pc:sldMkLst>
      </pc:sldChg>
      <pc:sldChg chg="addSp modSp">
        <pc:chgData name="YOSHIDA Haruto" userId="o3nT65zFR9wRUwpwlemvUDHDlrh7/SrQEICuoEKi29c=" providerId="None" clId="Web-{9CFCB6C7-75CE-4761-B71B-51415E544E5C}" dt="2026-09-17T06:14:08.721" v="58" actId="1076"/>
        <pc:sldMkLst>
          <pc:docMk/>
          <pc:sldMk cId="4124829826" sldId="327"/>
        </pc:sldMkLst>
        <pc:spChg chg="add mod">
          <ac:chgData name="YOSHIDA Haruto" userId="o3nT65zFR9wRUwpwlemvUDHDlrh7/SrQEICuoEKi29c=" providerId="None" clId="Web-{9CFCB6C7-75CE-4761-B71B-51415E544E5C}" dt="2026-09-17T06:13:50.236" v="56" actId="1076"/>
          <ac:spMkLst>
            <pc:docMk/>
            <pc:sldMk cId="4124829826" sldId="327"/>
            <ac:spMk id="5" creationId="{B24F08EC-A347-9186-68E2-7EEB6B3FC518}"/>
          </ac:spMkLst>
        </pc:spChg>
        <pc:spChg chg="mod">
          <ac:chgData name="YOSHIDA Haruto" userId="o3nT65zFR9wRUwpwlemvUDHDlrh7/SrQEICuoEKi29c=" providerId="None" clId="Web-{9CFCB6C7-75CE-4761-B71B-51415E544E5C}" dt="2026-09-17T06:14:08.721" v="58" actId="1076"/>
          <ac:spMkLst>
            <pc:docMk/>
            <pc:sldMk cId="4124829826" sldId="327"/>
            <ac:spMk id="11" creationId="{8E339778-225A-4BAC-53E1-146F624105D4}"/>
          </ac:spMkLst>
        </pc:spChg>
      </pc:sldChg>
      <pc:sldChg chg="delAnim">
        <pc:chgData name="YOSHIDA Haruto" userId="o3nT65zFR9wRUwpwlemvUDHDlrh7/SrQEICuoEKi29c=" providerId="None" clId="Web-{9CFCB6C7-75CE-4761-B71B-51415E544E5C}" dt="2026-09-17T05:26:43.808" v="1"/>
        <pc:sldMkLst>
          <pc:docMk/>
          <pc:sldMk cId="1581031580" sldId="328"/>
        </pc:sldMkLst>
      </pc:sldChg>
      <pc:sldChg chg="addSp delSp modSp add replId">
        <pc:chgData name="YOSHIDA Haruto" userId="o3nT65zFR9wRUwpwlemvUDHDlrh7/SrQEICuoEKi29c=" providerId="None" clId="Web-{9CFCB6C7-75CE-4761-B71B-51415E544E5C}" dt="2026-09-17T06:18:38.936" v="99" actId="20577"/>
        <pc:sldMkLst>
          <pc:docMk/>
          <pc:sldMk cId="614564859" sldId="329"/>
        </pc:sldMkLst>
        <pc:spChg chg="mod">
          <ac:chgData name="YOSHIDA Haruto" userId="o3nT65zFR9wRUwpwlemvUDHDlrh7/SrQEICuoEKi29c=" providerId="None" clId="Web-{9CFCB6C7-75CE-4761-B71B-51415E544E5C}" dt="2026-09-17T06:18:38.936" v="99" actId="20577"/>
          <ac:spMkLst>
            <pc:docMk/>
            <pc:sldMk cId="614564859" sldId="329"/>
            <ac:spMk id="3" creationId="{416F8497-4319-F0BE-BFBB-8BD3C5888343}"/>
          </ac:spMkLst>
        </pc:spChg>
        <pc:spChg chg="mod">
          <ac:chgData name="YOSHIDA Haruto" userId="o3nT65zFR9wRUwpwlemvUDHDlrh7/SrQEICuoEKi29c=" providerId="None" clId="Web-{9CFCB6C7-75CE-4761-B71B-51415E544E5C}" dt="2026-09-17T06:18:08.419" v="92" actId="1076"/>
          <ac:spMkLst>
            <pc:docMk/>
            <pc:sldMk cId="614564859" sldId="329"/>
            <ac:spMk id="6" creationId="{822F08D8-FB8A-518C-DBB4-CABB74358CC2}"/>
          </ac:spMkLst>
        </pc:spChg>
        <pc:spChg chg="add del">
          <ac:chgData name="YOSHIDA Haruto" userId="o3nT65zFR9wRUwpwlemvUDHDlrh7/SrQEICuoEKi29c=" providerId="None" clId="Web-{9CFCB6C7-75CE-4761-B71B-51415E544E5C}" dt="2026-09-17T06:15:10.646" v="61"/>
          <ac:spMkLst>
            <pc:docMk/>
            <pc:sldMk cId="614564859" sldId="329"/>
            <ac:spMk id="12" creationId="{4CC7480A-4002-76BC-97B5-038949C1F76B}"/>
          </ac:spMkLst>
        </pc:spChg>
        <pc:spChg chg="add mod">
          <ac:chgData name="YOSHIDA Haruto" userId="o3nT65zFR9wRUwpwlemvUDHDlrh7/SrQEICuoEKi29c=" providerId="None" clId="Web-{9CFCB6C7-75CE-4761-B71B-51415E544E5C}" dt="2026-09-17T06:18:04.887" v="91" actId="1076"/>
          <ac:spMkLst>
            <pc:docMk/>
            <pc:sldMk cId="614564859" sldId="329"/>
            <ac:spMk id="13" creationId="{4246EBE3-F6F8-4C3F-9BC4-66E761F06DFC}"/>
          </ac:spMkLst>
        </pc:spChg>
        <pc:spChg chg="add mod">
          <ac:chgData name="YOSHIDA Haruto" userId="o3nT65zFR9wRUwpwlemvUDHDlrh7/SrQEICuoEKi29c=" providerId="None" clId="Web-{9CFCB6C7-75CE-4761-B71B-51415E544E5C}" dt="2026-09-17T06:18:11.419" v="93" actId="1076"/>
          <ac:spMkLst>
            <pc:docMk/>
            <pc:sldMk cId="614564859" sldId="329"/>
            <ac:spMk id="14" creationId="{9DC79B33-1D92-0C72-C357-987DC624A9FC}"/>
          </ac:spMkLst>
        </pc:spChg>
      </pc:sldChg>
    </pc:docChg>
  </pc:docChgLst>
  <pc:docChgLst>
    <pc:chgData name="MIYAMARU Ryusei" userId="S57GMduKlDpADSBoh+Es5vnhOIPPFRLhA9CWvpa4TzQ=" providerId="None" clId="Web-{4B3D9DE5-DFB3-4143-B5EC-A13EDA47B8A1}"/>
    <pc:docChg chg="modSld">
      <pc:chgData name="MIYAMARU Ryusei" userId="S57GMduKlDpADSBoh+Es5vnhOIPPFRLhA9CWvpa4TzQ=" providerId="None" clId="Web-{4B3D9DE5-DFB3-4143-B5EC-A13EDA47B8A1}" dt="2026-09-03T06:41:54.832" v="55" actId="1076"/>
      <pc:docMkLst>
        <pc:docMk/>
      </pc:docMkLst>
      <pc:sldChg chg="addSp delSp modSp">
        <pc:chgData name="MIYAMARU Ryusei" userId="S57GMduKlDpADSBoh+Es5vnhOIPPFRLhA9CWvpa4TzQ=" providerId="None" clId="Web-{4B3D9DE5-DFB3-4143-B5EC-A13EDA47B8A1}" dt="2026-09-03T06:27:14.095" v="39" actId="1076"/>
        <pc:sldMkLst>
          <pc:docMk/>
          <pc:sldMk cId="2550676933" sldId="304"/>
        </pc:sldMkLst>
      </pc:sldChg>
      <pc:sldChg chg="modSp">
        <pc:chgData name="MIYAMARU Ryusei" userId="S57GMduKlDpADSBoh+Es5vnhOIPPFRLhA9CWvpa4TzQ=" providerId="None" clId="Web-{4B3D9DE5-DFB3-4143-B5EC-A13EDA47B8A1}" dt="2026-09-03T06:41:54.832" v="55" actId="1076"/>
        <pc:sldMkLst>
          <pc:docMk/>
          <pc:sldMk cId="1952087644" sldId="320"/>
        </pc:sldMkLst>
        <pc:spChg chg="mod">
          <ac:chgData name="MIYAMARU Ryusei" userId="S57GMduKlDpADSBoh+Es5vnhOIPPFRLhA9CWvpa4TzQ=" providerId="None" clId="Web-{4B3D9DE5-DFB3-4143-B5EC-A13EDA47B8A1}" dt="2026-09-03T06:41:33.238" v="43" actId="20577"/>
          <ac:spMkLst>
            <pc:docMk/>
            <pc:sldMk cId="1952087644" sldId="320"/>
            <ac:spMk id="6" creationId="{3F2F0D1A-4F3B-B4C1-1FFD-FE37E7CDE9F0}"/>
          </ac:spMkLst>
        </pc:spChg>
        <pc:spChg chg="mod">
          <ac:chgData name="MIYAMARU Ryusei" userId="S57GMduKlDpADSBoh+Es5vnhOIPPFRLhA9CWvpa4TzQ=" providerId="None" clId="Web-{4B3D9DE5-DFB3-4143-B5EC-A13EDA47B8A1}" dt="2026-09-03T06:41:54.832" v="55" actId="1076"/>
          <ac:spMkLst>
            <pc:docMk/>
            <pc:sldMk cId="1952087644" sldId="320"/>
            <ac:spMk id="8" creationId="{FA6A2F59-1875-FB17-1599-1D5EC3A607F3}"/>
          </ac:spMkLst>
        </pc:spChg>
      </pc:sldChg>
    </pc:docChg>
  </pc:docChgLst>
  <pc:docChgLst>
    <pc:chgData name="YOSHIDA Haruto" userId="o3nT65zFR9wRUwpwlemvUDHDlrh7/SrQEICuoEKi29c=" providerId="None" clId="Web-{1C094A31-C313-450E-914B-06D0FD6995CE}"/>
    <pc:docChg chg="addSld delSld modSld sldOrd">
      <pc:chgData name="YOSHIDA Haruto" userId="o3nT65zFR9wRUwpwlemvUDHDlrh7/SrQEICuoEKi29c=" providerId="None" clId="Web-{1C094A31-C313-450E-914B-06D0FD6995CE}" dt="2026-09-03T06:38:25.851" v="102"/>
      <pc:docMkLst>
        <pc:docMk/>
      </pc:docMkLst>
      <pc:sldChg chg="ord">
        <pc:chgData name="YOSHIDA Haruto" userId="o3nT65zFR9wRUwpwlemvUDHDlrh7/SrQEICuoEKi29c=" providerId="None" clId="Web-{1C094A31-C313-450E-914B-06D0FD6995CE}" dt="2026-09-03T06:31:30.691" v="70"/>
        <pc:sldMkLst>
          <pc:docMk/>
          <pc:sldMk cId="2026554981" sldId="310"/>
        </pc:sldMkLst>
      </pc:sldChg>
      <pc:sldChg chg="add replId">
        <pc:chgData name="YOSHIDA Haruto" userId="o3nT65zFR9wRUwpwlemvUDHDlrh7/SrQEICuoEKi29c=" providerId="None" clId="Web-{1C094A31-C313-450E-914B-06D0FD6995CE}" dt="2026-09-03T06:29:31.112" v="56"/>
        <pc:sldMkLst>
          <pc:docMk/>
          <pc:sldMk cId="3269306329" sldId="322"/>
        </pc:sldMkLst>
      </pc:sldChg>
      <pc:sldChg chg="delSp modSp add ord replId">
        <pc:chgData name="YOSHIDA Haruto" userId="o3nT65zFR9wRUwpwlemvUDHDlrh7/SrQEICuoEKi29c=" providerId="None" clId="Web-{1C094A31-C313-450E-914B-06D0FD6995CE}" dt="2026-09-03T06:31:46.503" v="72"/>
        <pc:sldMkLst>
          <pc:docMk/>
          <pc:sldMk cId="2407538112" sldId="323"/>
        </pc:sldMkLst>
        <pc:spChg chg="mod">
          <ac:chgData name="YOSHIDA Haruto" userId="o3nT65zFR9wRUwpwlemvUDHDlrh7/SrQEICuoEKi29c=" providerId="None" clId="Web-{1C094A31-C313-450E-914B-06D0FD6995CE}" dt="2026-09-03T06:30:19.800" v="68" actId="1076"/>
          <ac:spMkLst>
            <pc:docMk/>
            <pc:sldMk cId="2407538112" sldId="323"/>
            <ac:spMk id="30" creationId="{934EB001-E352-A3AD-DE56-9149297BCDBD}"/>
          </ac:spMkLst>
        </pc:spChg>
        <pc:spChg chg="mod">
          <ac:chgData name="YOSHIDA Haruto" userId="o3nT65zFR9wRUwpwlemvUDHDlrh7/SrQEICuoEKi29c=" providerId="None" clId="Web-{1C094A31-C313-450E-914B-06D0FD6995CE}" dt="2026-09-03T06:30:04.597" v="65" actId="1076"/>
          <ac:spMkLst>
            <pc:docMk/>
            <pc:sldMk cId="2407538112" sldId="323"/>
            <ac:spMk id="34" creationId="{E8EF30D5-E9B3-F84B-595A-E52396DBA057}"/>
          </ac:spMkLst>
        </pc:spChg>
      </pc:sldChg>
    </pc:docChg>
  </pc:docChgLst>
  <pc:docChgLst>
    <pc:chgData name="MIYAMARU Ryusei" userId="S57GMduKlDpADSBoh+Es5vnhOIPPFRLhA9CWvpa4TzQ=" providerId="None" clId="Web-{D0C52410-CAF4-42A6-9D9B-7BCA7640BA09}"/>
    <pc:docChg chg="delSld modSld">
      <pc:chgData name="MIYAMARU Ryusei" userId="S57GMduKlDpADSBoh+Es5vnhOIPPFRLhA9CWvpa4TzQ=" providerId="None" clId="Web-{D0C52410-CAF4-42A6-9D9B-7BCA7640BA09}" dt="2026-09-17T06:14:26.202" v="312" actId="1076"/>
      <pc:docMkLst>
        <pc:docMk/>
      </pc:docMkLst>
      <pc:sldChg chg="modSp">
        <pc:chgData name="MIYAMARU Ryusei" userId="S57GMduKlDpADSBoh+Es5vnhOIPPFRLhA9CWvpa4TzQ=" providerId="None" clId="Web-{D0C52410-CAF4-42A6-9D9B-7BCA7640BA09}" dt="2026-09-17T05:26:18.456" v="48" actId="20577"/>
        <pc:sldMkLst>
          <pc:docMk/>
          <pc:sldMk cId="3146519449" sldId="316"/>
        </pc:sldMkLst>
        <pc:spChg chg="mod">
          <ac:chgData name="MIYAMARU Ryusei" userId="S57GMduKlDpADSBoh+Es5vnhOIPPFRLhA9CWvpa4TzQ=" providerId="None" clId="Web-{D0C52410-CAF4-42A6-9D9B-7BCA7640BA09}" dt="2026-09-17T05:26:18.456" v="48" actId="20577"/>
          <ac:spMkLst>
            <pc:docMk/>
            <pc:sldMk cId="3146519449" sldId="316"/>
            <ac:spMk id="9" creationId="{4FD9407F-A5A7-2E8A-7469-FE6278C116FC}"/>
          </ac:spMkLst>
        </pc:spChg>
        <pc:spChg chg="mod">
          <ac:chgData name="MIYAMARU Ryusei" userId="S57GMduKlDpADSBoh+Es5vnhOIPPFRLhA9CWvpa4TzQ=" providerId="None" clId="Web-{D0C52410-CAF4-42A6-9D9B-7BCA7640BA09}" dt="2026-09-17T05:23:57.173" v="29" actId="20577"/>
          <ac:spMkLst>
            <pc:docMk/>
            <pc:sldMk cId="3146519449" sldId="316"/>
            <ac:spMk id="13" creationId="{D82EFFD5-7BF2-42C0-E4EE-ED7FDFDB2DCF}"/>
          </ac:spMkLst>
        </pc:spChg>
      </pc:sldChg>
      <pc:sldChg chg="modSp">
        <pc:chgData name="MIYAMARU Ryusei" userId="S57GMduKlDpADSBoh+Es5vnhOIPPFRLhA9CWvpa4TzQ=" providerId="None" clId="Web-{D0C52410-CAF4-42A6-9D9B-7BCA7640BA09}" dt="2026-09-17T06:09:48.325" v="290" actId="20577"/>
        <pc:sldMkLst>
          <pc:docMk/>
          <pc:sldMk cId="1606506415" sldId="317"/>
        </pc:sldMkLst>
        <pc:spChg chg="mod">
          <ac:chgData name="MIYAMARU Ryusei" userId="S57GMduKlDpADSBoh+Es5vnhOIPPFRLhA9CWvpa4TzQ=" providerId="None" clId="Web-{D0C52410-CAF4-42A6-9D9B-7BCA7640BA09}" dt="2026-09-17T06:08:32.668" v="283" actId="20577"/>
          <ac:spMkLst>
            <pc:docMk/>
            <pc:sldMk cId="1606506415" sldId="317"/>
            <ac:spMk id="6" creationId="{44823D48-32F8-511E-D29A-4A35700F4903}"/>
          </ac:spMkLst>
        </pc:spChg>
        <pc:spChg chg="mod">
          <ac:chgData name="MIYAMARU Ryusei" userId="S57GMduKlDpADSBoh+Es5vnhOIPPFRLhA9CWvpa4TzQ=" providerId="None" clId="Web-{D0C52410-CAF4-42A6-9D9B-7BCA7640BA09}" dt="2026-09-17T06:09:48.325" v="290" actId="20577"/>
          <ac:spMkLst>
            <pc:docMk/>
            <pc:sldMk cId="1606506415" sldId="317"/>
            <ac:spMk id="7" creationId="{E4B9521E-3D9C-397E-E011-9CD3FB89A17E}"/>
          </ac:spMkLst>
        </pc:spChg>
      </pc:sldChg>
      <pc:sldChg chg="delSp del">
        <pc:chgData name="MIYAMARU Ryusei" userId="S57GMduKlDpADSBoh+Es5vnhOIPPFRLhA9CWvpa4TzQ=" providerId="None" clId="Web-{D0C52410-CAF4-42A6-9D9B-7BCA7640BA09}" dt="2026-09-17T05:38:43.698" v="147"/>
        <pc:sldMkLst>
          <pc:docMk/>
          <pc:sldMk cId="2171386605" sldId="318"/>
        </pc:sldMkLst>
        <pc:picChg chg="del">
          <ac:chgData name="MIYAMARU Ryusei" userId="S57GMduKlDpADSBoh+Es5vnhOIPPFRLhA9CWvpa4TzQ=" providerId="None" clId="Web-{D0C52410-CAF4-42A6-9D9B-7BCA7640BA09}" dt="2026-09-17T05:36:44.447" v="138"/>
          <ac:picMkLst>
            <pc:docMk/>
            <pc:sldMk cId="2171386605" sldId="318"/>
            <ac:picMk id="3" creationId="{F824A87E-04DA-5173-2BEA-F9216F53F0B7}"/>
          </ac:picMkLst>
        </pc:picChg>
      </pc:sldChg>
      <pc:sldChg chg="delSp del">
        <pc:chgData name="MIYAMARU Ryusei" userId="S57GMduKlDpADSBoh+Es5vnhOIPPFRLhA9CWvpa4TzQ=" providerId="None" clId="Web-{D0C52410-CAF4-42A6-9D9B-7BCA7640BA09}" dt="2026-09-17T05:38:41.151" v="146"/>
        <pc:sldMkLst>
          <pc:docMk/>
          <pc:sldMk cId="3622807413" sldId="319"/>
        </pc:sldMkLst>
        <pc:picChg chg="del">
          <ac:chgData name="MIYAMARU Ryusei" userId="S57GMduKlDpADSBoh+Es5vnhOIPPFRLhA9CWvpa4TzQ=" providerId="None" clId="Web-{D0C52410-CAF4-42A6-9D9B-7BCA7640BA09}" dt="2026-09-17T05:36:49.041" v="139"/>
          <ac:picMkLst>
            <pc:docMk/>
            <pc:sldMk cId="3622807413" sldId="319"/>
            <ac:picMk id="5" creationId="{4BE152C9-D8D4-9718-5FBF-C51E7BC7E3F3}"/>
          </ac:picMkLst>
        </pc:picChg>
      </pc:sldChg>
      <pc:sldChg chg="modSp">
        <pc:chgData name="MIYAMARU Ryusei" userId="S57GMduKlDpADSBoh+Es5vnhOIPPFRLhA9CWvpa4TzQ=" providerId="None" clId="Web-{D0C52410-CAF4-42A6-9D9B-7BCA7640BA09}" dt="2026-09-17T05:57:43.739" v="231" actId="20577"/>
        <pc:sldMkLst>
          <pc:docMk/>
          <pc:sldMk cId="1952087644" sldId="320"/>
        </pc:sldMkLst>
        <pc:spChg chg="mod">
          <ac:chgData name="MIYAMARU Ryusei" userId="S57GMduKlDpADSBoh+Es5vnhOIPPFRLhA9CWvpa4TzQ=" providerId="None" clId="Web-{D0C52410-CAF4-42A6-9D9B-7BCA7640BA09}" dt="2026-09-17T05:57:43.739" v="231" actId="20577"/>
          <ac:spMkLst>
            <pc:docMk/>
            <pc:sldMk cId="1952087644" sldId="320"/>
            <ac:spMk id="8" creationId="{FA6A2F59-1875-FB17-1599-1D5EC3A607F3}"/>
          </ac:spMkLst>
        </pc:spChg>
      </pc:sldChg>
      <pc:sldChg chg="addSp delSp modSp">
        <pc:chgData name="MIYAMARU Ryusei" userId="S57GMduKlDpADSBoh+Es5vnhOIPPFRLhA9CWvpa4TzQ=" providerId="None" clId="Web-{D0C52410-CAF4-42A6-9D9B-7BCA7640BA09}" dt="2026-09-17T06:14:26.202" v="312" actId="1076"/>
        <pc:sldMkLst>
          <pc:docMk/>
          <pc:sldMk cId="1062759384" sldId="321"/>
        </pc:sldMkLst>
        <pc:spChg chg="add mod">
          <ac:chgData name="MIYAMARU Ryusei" userId="S57GMduKlDpADSBoh+Es5vnhOIPPFRLhA9CWvpa4TzQ=" providerId="None" clId="Web-{D0C52410-CAF4-42A6-9D9B-7BCA7640BA09}" dt="2026-09-17T06:04:31.399" v="271" actId="14100"/>
          <ac:spMkLst>
            <pc:docMk/>
            <pc:sldMk cId="1062759384" sldId="321"/>
            <ac:spMk id="5" creationId="{B8A569E7-C0A8-FF97-7DC7-9B70BEA967C5}"/>
          </ac:spMkLst>
        </pc:spChg>
        <pc:spChg chg="mod">
          <ac:chgData name="MIYAMARU Ryusei" userId="S57GMduKlDpADSBoh+Es5vnhOIPPFRLhA9CWvpa4TzQ=" providerId="None" clId="Web-{D0C52410-CAF4-42A6-9D9B-7BCA7640BA09}" dt="2026-09-17T06:11:44.857" v="299" actId="20577"/>
          <ac:spMkLst>
            <pc:docMk/>
            <pc:sldMk cId="1062759384" sldId="321"/>
            <ac:spMk id="6" creationId="{9E89B5CC-EFF9-11AE-9B3A-6B617C26E07A}"/>
          </ac:spMkLst>
        </pc:spChg>
        <pc:spChg chg="mod">
          <ac:chgData name="MIYAMARU Ryusei" userId="S57GMduKlDpADSBoh+Es5vnhOIPPFRLhA9CWvpa4TzQ=" providerId="None" clId="Web-{D0C52410-CAF4-42A6-9D9B-7BCA7640BA09}" dt="2026-09-17T06:14:26.202" v="312" actId="1076"/>
          <ac:spMkLst>
            <pc:docMk/>
            <pc:sldMk cId="1062759384" sldId="321"/>
            <ac:spMk id="7" creationId="{DC255E0D-6C10-4DEB-75CE-469B8A8A7643}"/>
          </ac:spMkLst>
        </pc:spChg>
        <pc:spChg chg="add mod">
          <ac:chgData name="MIYAMARU Ryusei" userId="S57GMduKlDpADSBoh+Es5vnhOIPPFRLhA9CWvpa4TzQ=" providerId="None" clId="Web-{D0C52410-CAF4-42A6-9D9B-7BCA7640BA09}" dt="2026-09-17T06:11:16.373" v="292" actId="1076"/>
          <ac:spMkLst>
            <pc:docMk/>
            <pc:sldMk cId="1062759384" sldId="321"/>
            <ac:spMk id="9" creationId="{AABE696A-794D-43BE-2EB3-DCE918C0854C}"/>
          </ac:spMkLst>
        </pc:spChg>
        <pc:spChg chg="add">
          <ac:chgData name="MIYAMARU Ryusei" userId="S57GMduKlDpADSBoh+Es5vnhOIPPFRLhA9CWvpa4TzQ=" providerId="None" clId="Web-{D0C52410-CAF4-42A6-9D9B-7BCA7640BA09}" dt="2026-09-17T06:03:07.648" v="243"/>
          <ac:spMkLst>
            <pc:docMk/>
            <pc:sldMk cId="1062759384" sldId="321"/>
            <ac:spMk id="11" creationId="{E0044259-416C-BB0D-FFE4-C13D02787279}"/>
          </ac:spMkLst>
        </pc:spChg>
        <pc:spChg chg="add">
          <ac:chgData name="MIYAMARU Ryusei" userId="S57GMduKlDpADSBoh+Es5vnhOIPPFRLhA9CWvpa4TzQ=" providerId="None" clId="Web-{D0C52410-CAF4-42A6-9D9B-7BCA7640BA09}" dt="2026-09-17T06:03:07.648" v="244"/>
          <ac:spMkLst>
            <pc:docMk/>
            <pc:sldMk cId="1062759384" sldId="321"/>
            <ac:spMk id="13" creationId="{A3D97C57-419B-D704-C190-6B3759A025C1}"/>
          </ac:spMkLst>
        </pc:spChg>
        <pc:spChg chg="add mod">
          <ac:chgData name="MIYAMARU Ryusei" userId="S57GMduKlDpADSBoh+Es5vnhOIPPFRLhA9CWvpa4TzQ=" providerId="None" clId="Web-{D0C52410-CAF4-42A6-9D9B-7BCA7640BA09}" dt="2026-09-17T06:04:51.555" v="280" actId="20577"/>
          <ac:spMkLst>
            <pc:docMk/>
            <pc:sldMk cId="1062759384" sldId="321"/>
            <ac:spMk id="15" creationId="{F59A1396-1C78-3299-D4B3-31B22F6ED26F}"/>
          </ac:spMkLst>
        </pc:spChg>
        <pc:spChg chg="add">
          <ac:chgData name="MIYAMARU Ryusei" userId="S57GMduKlDpADSBoh+Es5vnhOIPPFRLhA9CWvpa4TzQ=" providerId="None" clId="Web-{D0C52410-CAF4-42A6-9D9B-7BCA7640BA09}" dt="2026-09-17T06:03:07.679" v="246"/>
          <ac:spMkLst>
            <pc:docMk/>
            <pc:sldMk cId="1062759384" sldId="321"/>
            <ac:spMk id="17" creationId="{09D492AE-9355-B609-A14C-48A2925BC696}"/>
          </ac:spMkLst>
        </pc:spChg>
        <pc:spChg chg="add">
          <ac:chgData name="MIYAMARU Ryusei" userId="S57GMduKlDpADSBoh+Es5vnhOIPPFRLhA9CWvpa4TzQ=" providerId="None" clId="Web-{D0C52410-CAF4-42A6-9D9B-7BCA7640BA09}" dt="2026-09-17T06:03:07.679" v="247"/>
          <ac:spMkLst>
            <pc:docMk/>
            <pc:sldMk cId="1062759384" sldId="321"/>
            <ac:spMk id="19" creationId="{5332266E-B597-9EC9-2255-26AABCB67004}"/>
          </ac:spMkLst>
        </pc:spChg>
        <pc:spChg chg="add del mod">
          <ac:chgData name="MIYAMARU Ryusei" userId="S57GMduKlDpADSBoh+Es5vnhOIPPFRLhA9CWvpa4TzQ=" providerId="None" clId="Web-{D0C52410-CAF4-42A6-9D9B-7BCA7640BA09}" dt="2026-09-17T06:03:23.773" v="256"/>
          <ac:spMkLst>
            <pc:docMk/>
            <pc:sldMk cId="1062759384" sldId="321"/>
            <ac:spMk id="21" creationId="{D9931F04-17D6-7B09-495A-0F7AEF5509D2}"/>
          </ac:spMkLst>
        </pc:spChg>
        <pc:spChg chg="add del">
          <ac:chgData name="MIYAMARU Ryusei" userId="S57GMduKlDpADSBoh+Es5vnhOIPPFRLhA9CWvpa4TzQ=" providerId="None" clId="Web-{D0C52410-CAF4-42A6-9D9B-7BCA7640BA09}" dt="2026-09-17T06:03:26.039" v="257"/>
          <ac:spMkLst>
            <pc:docMk/>
            <pc:sldMk cId="1062759384" sldId="321"/>
            <ac:spMk id="23" creationId="{CE9C44D1-AEB4-28A0-6BEB-19F69CB056C6}"/>
          </ac:spMkLst>
        </pc:spChg>
        <pc:spChg chg="add del">
          <ac:chgData name="MIYAMARU Ryusei" userId="S57GMduKlDpADSBoh+Es5vnhOIPPFRLhA9CWvpa4TzQ=" providerId="None" clId="Web-{D0C52410-CAF4-42A6-9D9B-7BCA7640BA09}" dt="2026-09-17T06:04:41.711" v="272"/>
          <ac:spMkLst>
            <pc:docMk/>
            <pc:sldMk cId="1062759384" sldId="321"/>
            <ac:spMk id="25" creationId="{62EE96F5-C85A-E949-54CB-56F5CD0E4626}"/>
          </ac:spMkLst>
        </pc:spChg>
        <pc:spChg chg="add mod">
          <ac:chgData name="MIYAMARU Ryusei" userId="S57GMduKlDpADSBoh+Es5vnhOIPPFRLhA9CWvpa4TzQ=" providerId="None" clId="Web-{D0C52410-CAF4-42A6-9D9B-7BCA7640BA09}" dt="2026-09-17T06:11:19.607" v="293" actId="20577"/>
          <ac:spMkLst>
            <pc:docMk/>
            <pc:sldMk cId="1062759384" sldId="321"/>
            <ac:spMk id="27" creationId="{DD2E0D02-9B0B-3D68-F861-8B0C41FEA2E9}"/>
          </ac:spMkLst>
        </pc:spChg>
        <pc:spChg chg="add">
          <ac:chgData name="MIYAMARU Ryusei" userId="S57GMduKlDpADSBoh+Es5vnhOIPPFRLhA9CWvpa4TzQ=" providerId="None" clId="Web-{D0C52410-CAF4-42A6-9D9B-7BCA7640BA09}" dt="2026-09-17T06:03:07.726" v="252"/>
          <ac:spMkLst>
            <pc:docMk/>
            <pc:sldMk cId="1062759384" sldId="321"/>
            <ac:spMk id="29" creationId="{C2EF4708-30BB-75A3-5490-B0784F6AE185}"/>
          </ac:spMkLst>
        </pc:spChg>
        <pc:spChg chg="add">
          <ac:chgData name="MIYAMARU Ryusei" userId="S57GMduKlDpADSBoh+Es5vnhOIPPFRLhA9CWvpa4TzQ=" providerId="None" clId="Web-{D0C52410-CAF4-42A6-9D9B-7BCA7640BA09}" dt="2026-09-17T06:03:07.742" v="253"/>
          <ac:spMkLst>
            <pc:docMk/>
            <pc:sldMk cId="1062759384" sldId="321"/>
            <ac:spMk id="31" creationId="{7A18459D-3E87-FD28-987A-88D07F460DD7}"/>
          </ac:spMkLst>
        </pc:spChg>
        <pc:grpChg chg="add mod">
          <ac:chgData name="MIYAMARU Ryusei" userId="S57GMduKlDpADSBoh+Es5vnhOIPPFRLhA9CWvpa4TzQ=" providerId="None" clId="Web-{D0C52410-CAF4-42A6-9D9B-7BCA7640BA09}" dt="2026-09-17T06:12:04.545" v="302" actId="14100"/>
          <ac:grpSpMkLst>
            <pc:docMk/>
            <pc:sldMk cId="1062759384" sldId="321"/>
            <ac:grpSpMk id="32" creationId="{5E3CE7A9-4881-3BAB-89D5-72B96DB1D350}"/>
          </ac:grpSpMkLst>
        </pc:grpChg>
        <pc:picChg chg="del">
          <ac:chgData name="MIYAMARU Ryusei" userId="S57GMduKlDpADSBoh+Es5vnhOIPPFRLhA9CWvpa4TzQ=" providerId="None" clId="Web-{D0C52410-CAF4-42A6-9D9B-7BCA7640BA09}" dt="2026-09-17T05:32:11.256" v="93"/>
          <ac:picMkLst>
            <pc:docMk/>
            <pc:sldMk cId="1062759384" sldId="321"/>
            <ac:picMk id="3" creationId="{0BF9CD15-0794-F8A8-FB4B-17E3F5E3BCF7}"/>
          </ac:picMkLst>
        </pc:picChg>
      </pc:sldChg>
      <pc:sldChg chg="modSp">
        <pc:chgData name="MIYAMARU Ryusei" userId="S57GMduKlDpADSBoh+Es5vnhOIPPFRLhA9CWvpa4TzQ=" providerId="None" clId="Web-{D0C52410-CAF4-42A6-9D9B-7BCA7640BA09}" dt="2026-09-17T06:02:43.991" v="239" actId="20577"/>
        <pc:sldMkLst>
          <pc:docMk/>
          <pc:sldMk cId="3269306329" sldId="322"/>
        </pc:sldMkLst>
        <pc:spChg chg="mod">
          <ac:chgData name="MIYAMARU Ryusei" userId="S57GMduKlDpADSBoh+Es5vnhOIPPFRLhA9CWvpa4TzQ=" providerId="None" clId="Web-{D0C52410-CAF4-42A6-9D9B-7BCA7640BA09}" dt="2026-09-17T06:02:43.991" v="239" actId="20577"/>
          <ac:spMkLst>
            <pc:docMk/>
            <pc:sldMk cId="3269306329" sldId="322"/>
            <ac:spMk id="5" creationId="{3F3F2BE2-EE71-3AC5-0249-85C7A9D75256}"/>
          </ac:spMkLst>
        </pc:spChg>
      </pc:sldChg>
      <pc:sldChg chg="addSp">
        <pc:chgData name="MIYAMARU Ryusei" userId="S57GMduKlDpADSBoh+Es5vnhOIPPFRLhA9CWvpa4TzQ=" providerId="None" clId="Web-{D0C52410-CAF4-42A6-9D9B-7BCA7640BA09}" dt="2026-09-17T06:02:51.632" v="240"/>
        <pc:sldMkLst>
          <pc:docMk/>
          <pc:sldMk cId="1581031580" sldId="328"/>
        </pc:sldMkLst>
        <pc:spChg chg="add">
          <ac:chgData name="MIYAMARU Ryusei" userId="S57GMduKlDpADSBoh+Es5vnhOIPPFRLhA9CWvpa4TzQ=" providerId="None" clId="Web-{D0C52410-CAF4-42A6-9D9B-7BCA7640BA09}" dt="2026-09-17T06:02:51.632" v="240"/>
          <ac:spMkLst>
            <pc:docMk/>
            <pc:sldMk cId="1581031580" sldId="328"/>
            <ac:spMk id="13" creationId="{11B43AD5-C067-5242-8B10-E9533571953F}"/>
          </ac:spMkLst>
        </pc:spChg>
      </pc:sldChg>
    </pc:docChg>
  </pc:docChgLst>
  <pc:docChgLst>
    <pc:chgData name="MAEDA Yuuki" userId="LH0O2BYGFWwxLJCswbkcfIbi9WSUK5oFTub0UyEOBYc=" providerId="None" clId="Web-{BD21F6F9-BD91-46C0-BF34-27EE9333F463}"/>
    <pc:docChg chg="modSld">
      <pc:chgData name="MAEDA Yuuki" userId="LH0O2BYGFWwxLJCswbkcfIbi9WSUK5oFTub0UyEOBYc=" providerId="None" clId="Web-{BD21F6F9-BD91-46C0-BF34-27EE9333F463}" dt="2026-09-17T07:40:37.954" v="12" actId="1076"/>
      <pc:docMkLst>
        <pc:docMk/>
      </pc:docMkLst>
      <pc:sldChg chg="modSp">
        <pc:chgData name="MAEDA Yuuki" userId="LH0O2BYGFWwxLJCswbkcfIbi9WSUK5oFTub0UyEOBYc=" providerId="None" clId="Web-{BD21F6F9-BD91-46C0-BF34-27EE9333F463}" dt="2026-09-17T05:29:19.980" v="1" actId="20577"/>
        <pc:sldMkLst>
          <pc:docMk/>
          <pc:sldMk cId="216290380" sldId="264"/>
        </pc:sldMkLst>
        <pc:spChg chg="mod">
          <ac:chgData name="MAEDA Yuuki" userId="LH0O2BYGFWwxLJCswbkcfIbi9WSUK5oFTub0UyEOBYc=" providerId="None" clId="Web-{BD21F6F9-BD91-46C0-BF34-27EE9333F463}" dt="2026-09-17T05:29:19.980" v="1" actId="20577"/>
          <ac:spMkLst>
            <pc:docMk/>
            <pc:sldMk cId="216290380" sldId="264"/>
            <ac:spMk id="3" creationId="{66F51BBE-F625-4D96-F41A-8AB0AF16EBF7}"/>
          </ac:spMkLst>
        </pc:spChg>
      </pc:sldChg>
      <pc:sldChg chg="modSp">
        <pc:chgData name="MAEDA Yuuki" userId="LH0O2BYGFWwxLJCswbkcfIbi9WSUK5oFTub0UyEOBYc=" providerId="None" clId="Web-{BD21F6F9-BD91-46C0-BF34-27EE9333F463}" dt="2026-09-17T07:40:37.954" v="12" actId="1076"/>
        <pc:sldMkLst>
          <pc:docMk/>
          <pc:sldMk cId="0" sldId="275"/>
        </pc:sldMkLst>
        <pc:spChg chg="mod">
          <ac:chgData name="MAEDA Yuuki" userId="LH0O2BYGFWwxLJCswbkcfIbi9WSUK5oFTub0UyEOBYc=" providerId="None" clId="Web-{BD21F6F9-BD91-46C0-BF34-27EE9333F463}" dt="2026-09-17T07:39:59.874" v="9" actId="1076"/>
          <ac:spMkLst>
            <pc:docMk/>
            <pc:sldMk cId="0" sldId="275"/>
            <ac:spMk id="497" creationId="{00000000-0000-0000-0000-000000000000}"/>
          </ac:spMkLst>
        </pc:spChg>
        <pc:spChg chg="mod">
          <ac:chgData name="MAEDA Yuuki" userId="LH0O2BYGFWwxLJCswbkcfIbi9WSUK5oFTub0UyEOBYc=" providerId="None" clId="Web-{BD21F6F9-BD91-46C0-BF34-27EE9333F463}" dt="2026-09-17T07:40:37.954" v="12" actId="1076"/>
          <ac:spMkLst>
            <pc:docMk/>
            <pc:sldMk cId="0" sldId="275"/>
            <ac:spMk id="500" creationId="{00000000-0000-0000-0000-000000000000}"/>
          </ac:spMkLst>
        </pc:spChg>
      </pc:sldChg>
      <pc:sldChg chg="modSp">
        <pc:chgData name="MAEDA Yuuki" userId="LH0O2BYGFWwxLJCswbkcfIbi9WSUK5oFTub0UyEOBYc=" providerId="None" clId="Web-{BD21F6F9-BD91-46C0-BF34-27EE9333F463}" dt="2026-09-17T07:36:36.524" v="7" actId="20577"/>
        <pc:sldMkLst>
          <pc:docMk/>
          <pc:sldMk cId="1171058737" sldId="285"/>
        </pc:sldMkLst>
        <pc:spChg chg="mod">
          <ac:chgData name="MAEDA Yuuki" userId="LH0O2BYGFWwxLJCswbkcfIbi9WSUK5oFTub0UyEOBYc=" providerId="None" clId="Web-{BD21F6F9-BD91-46C0-BF34-27EE9333F463}" dt="2026-09-17T07:36:36.524" v="7" actId="20577"/>
          <ac:spMkLst>
            <pc:docMk/>
            <pc:sldMk cId="1171058737" sldId="285"/>
            <ac:spMk id="12" creationId="{12DDDFA5-CF10-8B3C-06C3-564100076CE1}"/>
          </ac:spMkLst>
        </pc:spChg>
      </pc:sldChg>
    </pc:docChg>
  </pc:docChgLst>
  <pc:docChgLst>
    <pc:chgData name="YOSHIDA Haruto" userId="o3nT65zFR9wRUwpwlemvUDHDlrh7/SrQEICuoEKi29c=" providerId="None" clId="Web-{0E0E42E2-9444-4F24-BCFC-A6CA3A0FB3A8}"/>
    <pc:docChg chg="addSld delSld modSld sldOrd">
      <pc:chgData name="YOSHIDA Haruto" userId="o3nT65zFR9wRUwpwlemvUDHDlrh7/SrQEICuoEKi29c=" providerId="None" clId="Web-{0E0E42E2-9444-4F24-BCFC-A6CA3A0FB3A8}" dt="2026-09-17T05:13:26.014" v="389"/>
      <pc:docMkLst>
        <pc:docMk/>
      </pc:docMkLst>
      <pc:sldChg chg="modSp">
        <pc:chgData name="YOSHIDA Haruto" userId="o3nT65zFR9wRUwpwlemvUDHDlrh7/SrQEICuoEKi29c=" providerId="None" clId="Web-{0E0E42E2-9444-4F24-BCFC-A6CA3A0FB3A8}" dt="2026-09-17T05:05:18.877" v="337" actId="20577"/>
        <pc:sldMkLst>
          <pc:docMk/>
          <pc:sldMk cId="1171058737" sldId="285"/>
        </pc:sldMkLst>
        <pc:spChg chg="mod">
          <ac:chgData name="YOSHIDA Haruto" userId="o3nT65zFR9wRUwpwlemvUDHDlrh7/SrQEICuoEKi29c=" providerId="None" clId="Web-{0E0E42E2-9444-4F24-BCFC-A6CA3A0FB3A8}" dt="2026-09-17T05:04:49.658" v="330" actId="20577"/>
          <ac:spMkLst>
            <pc:docMk/>
            <pc:sldMk cId="1171058737" sldId="285"/>
            <ac:spMk id="6" creationId="{CAB4B1B9-2D9D-86A5-99F8-139C38967DBE}"/>
          </ac:spMkLst>
        </pc:spChg>
        <pc:spChg chg="mod">
          <ac:chgData name="YOSHIDA Haruto" userId="o3nT65zFR9wRUwpwlemvUDHDlrh7/SrQEICuoEKi29c=" providerId="None" clId="Web-{0E0E42E2-9444-4F24-BCFC-A6CA3A0FB3A8}" dt="2026-09-17T05:05:18.877" v="337" actId="20577"/>
          <ac:spMkLst>
            <pc:docMk/>
            <pc:sldMk cId="1171058737" sldId="285"/>
            <ac:spMk id="9" creationId="{AB935604-206D-F2B9-F22C-A6293A61D887}"/>
          </ac:spMkLst>
        </pc:spChg>
      </pc:sldChg>
      <pc:sldChg chg="addSp delSp modSp">
        <pc:chgData name="YOSHIDA Haruto" userId="o3nT65zFR9wRUwpwlemvUDHDlrh7/SrQEICuoEKi29c=" providerId="None" clId="Web-{0E0E42E2-9444-4F24-BCFC-A6CA3A0FB3A8}" dt="2026-09-16T14:13:41.132" v="299" actId="1076"/>
        <pc:sldMkLst>
          <pc:docMk/>
          <pc:sldMk cId="2550676933" sldId="304"/>
        </pc:sldMkLst>
        <pc:picChg chg="add del mod">
          <ac:chgData name="YOSHIDA Haruto" userId="o3nT65zFR9wRUwpwlemvUDHDlrh7/SrQEICuoEKi29c=" providerId="None" clId="Web-{0E0E42E2-9444-4F24-BCFC-A6CA3A0FB3A8}" dt="2026-09-16T14:11:12.157" v="288"/>
          <ac:picMkLst>
            <pc:docMk/>
            <pc:sldMk cId="2550676933" sldId="304"/>
            <ac:picMk id="4" creationId="{F095F5E9-2DB0-88AB-5555-74AF9588BF44}"/>
          </ac:picMkLst>
        </pc:picChg>
        <pc:picChg chg="del">
          <ac:chgData name="YOSHIDA Haruto" userId="o3nT65zFR9wRUwpwlemvUDHDlrh7/SrQEICuoEKi29c=" providerId="None" clId="Web-{0E0E42E2-9444-4F24-BCFC-A6CA3A0FB3A8}" dt="2026-09-16T14:11:53.518" v="296"/>
          <ac:picMkLst>
            <pc:docMk/>
            <pc:sldMk cId="2550676933" sldId="304"/>
            <ac:picMk id="5" creationId="{A77061B0-4188-6AF5-809A-9F7056B9A189}"/>
          </ac:picMkLst>
        </pc:picChg>
        <pc:picChg chg="add mod">
          <ac:chgData name="YOSHIDA Haruto" userId="o3nT65zFR9wRUwpwlemvUDHDlrh7/SrQEICuoEKi29c=" providerId="None" clId="Web-{0E0E42E2-9444-4F24-BCFC-A6CA3A0FB3A8}" dt="2026-09-16T14:11:51.252" v="295" actId="1076"/>
          <ac:picMkLst>
            <pc:docMk/>
            <pc:sldMk cId="2550676933" sldId="304"/>
            <ac:picMk id="6" creationId="{8FC2559B-722A-BE45-131F-EFA9A3736194}"/>
          </ac:picMkLst>
        </pc:picChg>
        <pc:picChg chg="del">
          <ac:chgData name="YOSHIDA Haruto" userId="o3nT65zFR9wRUwpwlemvUDHDlrh7/SrQEICuoEKi29c=" providerId="None" clId="Web-{0E0E42E2-9444-4F24-BCFC-A6CA3A0FB3A8}" dt="2026-09-16T14:11:02.438" v="283"/>
          <ac:picMkLst>
            <pc:docMk/>
            <pc:sldMk cId="2550676933" sldId="304"/>
            <ac:picMk id="7" creationId="{366265BC-AB08-71F6-DCB1-25F59CAAA320}"/>
          </ac:picMkLst>
        </pc:picChg>
        <pc:picChg chg="add mod">
          <ac:chgData name="YOSHIDA Haruto" userId="o3nT65zFR9wRUwpwlemvUDHDlrh7/SrQEICuoEKi29c=" providerId="None" clId="Web-{0E0E42E2-9444-4F24-BCFC-A6CA3A0FB3A8}" dt="2026-09-16T14:13:41.132" v="299" actId="1076"/>
          <ac:picMkLst>
            <pc:docMk/>
            <pc:sldMk cId="2550676933" sldId="304"/>
            <ac:picMk id="8" creationId="{AA359B69-A3D0-6C36-D776-454DEEFF58B1}"/>
          </ac:picMkLst>
        </pc:picChg>
      </pc:sldChg>
      <pc:sldChg chg="modSp">
        <pc:chgData name="YOSHIDA Haruto" userId="o3nT65zFR9wRUwpwlemvUDHDlrh7/SrQEICuoEKi29c=" providerId="None" clId="Web-{0E0E42E2-9444-4F24-BCFC-A6CA3A0FB3A8}" dt="2026-09-17T05:05:51.097" v="373" actId="20577"/>
        <pc:sldMkLst>
          <pc:docMk/>
          <pc:sldMk cId="1331319326" sldId="305"/>
        </pc:sldMkLst>
        <pc:spChg chg="mod">
          <ac:chgData name="YOSHIDA Haruto" userId="o3nT65zFR9wRUwpwlemvUDHDlrh7/SrQEICuoEKi29c=" providerId="None" clId="Web-{0E0E42E2-9444-4F24-BCFC-A6CA3A0FB3A8}" dt="2026-09-17T05:05:51.097" v="373" actId="20577"/>
          <ac:spMkLst>
            <pc:docMk/>
            <pc:sldMk cId="1331319326" sldId="305"/>
            <ac:spMk id="8" creationId="{5EFF7BAC-BFF9-A30B-6E25-366B3A0FE7D8}"/>
          </ac:spMkLst>
        </pc:spChg>
      </pc:sldChg>
      <pc:sldChg chg="addSp modSp">
        <pc:chgData name="YOSHIDA Haruto" userId="o3nT65zFR9wRUwpwlemvUDHDlrh7/SrQEICuoEKi29c=" providerId="None" clId="Web-{0E0E42E2-9444-4F24-BCFC-A6CA3A0FB3A8}" dt="2026-09-17T05:10:40.682" v="386" actId="1076"/>
        <pc:sldMkLst>
          <pc:docMk/>
          <pc:sldMk cId="4174001273" sldId="311"/>
        </pc:sldMkLst>
        <pc:spChg chg="mod">
          <ac:chgData name="YOSHIDA Haruto" userId="o3nT65zFR9wRUwpwlemvUDHDlrh7/SrQEICuoEKi29c=" providerId="None" clId="Web-{0E0E42E2-9444-4F24-BCFC-A6CA3A0FB3A8}" dt="2026-09-17T05:10:17.306" v="385" actId="1076"/>
          <ac:spMkLst>
            <pc:docMk/>
            <pc:sldMk cId="4174001273" sldId="311"/>
            <ac:spMk id="2" creationId="{133265C0-0446-2E6D-4671-F515CB32399A}"/>
          </ac:spMkLst>
        </pc:spChg>
        <pc:spChg chg="mod">
          <ac:chgData name="YOSHIDA Haruto" userId="o3nT65zFR9wRUwpwlemvUDHDlrh7/SrQEICuoEKi29c=" providerId="None" clId="Web-{0E0E42E2-9444-4F24-BCFC-A6CA3A0FB3A8}" dt="2026-09-16T14:10:04.529" v="282" actId="1076"/>
          <ac:spMkLst>
            <pc:docMk/>
            <pc:sldMk cId="4174001273" sldId="311"/>
            <ac:spMk id="3" creationId="{FEA3F04E-0A1B-2EDF-2E50-88FCCFC8B923}"/>
          </ac:spMkLst>
        </pc:spChg>
        <pc:spChg chg="mod">
          <ac:chgData name="YOSHIDA Haruto" userId="o3nT65zFR9wRUwpwlemvUDHDlrh7/SrQEICuoEKi29c=" providerId="None" clId="Web-{0E0E42E2-9444-4F24-BCFC-A6CA3A0FB3A8}" dt="2026-09-16T14:15:24.542" v="313" actId="14100"/>
          <ac:spMkLst>
            <pc:docMk/>
            <pc:sldMk cId="4174001273" sldId="311"/>
            <ac:spMk id="5" creationId="{E9952487-7DDE-13DF-019F-562BDB634506}"/>
          </ac:spMkLst>
        </pc:spChg>
        <pc:spChg chg="add mod">
          <ac:chgData name="YOSHIDA Haruto" userId="o3nT65zFR9wRUwpwlemvUDHDlrh7/SrQEICuoEKi29c=" providerId="None" clId="Web-{0E0E42E2-9444-4F24-BCFC-A6CA3A0FB3A8}" dt="2026-09-17T05:10:40.682" v="386" actId="1076"/>
          <ac:spMkLst>
            <pc:docMk/>
            <pc:sldMk cId="4174001273" sldId="311"/>
            <ac:spMk id="8" creationId="{1ACE3F20-E61E-AE6A-B5D1-4F8D27588DFD}"/>
          </ac:spMkLst>
        </pc:spChg>
        <pc:spChg chg="mod">
          <ac:chgData name="YOSHIDA Haruto" userId="o3nT65zFR9wRUwpwlemvUDHDlrh7/SrQEICuoEKi29c=" providerId="None" clId="Web-{0E0E42E2-9444-4F24-BCFC-A6CA3A0FB3A8}" dt="2026-09-16T14:15:57.215" v="318" actId="14100"/>
          <ac:spMkLst>
            <pc:docMk/>
            <pc:sldMk cId="4174001273" sldId="311"/>
            <ac:spMk id="9" creationId="{B5129135-8C01-8E04-47F7-564DA642FC59}"/>
          </ac:spMkLst>
        </pc:spChg>
        <pc:spChg chg="add">
          <ac:chgData name="YOSHIDA Haruto" userId="o3nT65zFR9wRUwpwlemvUDHDlrh7/SrQEICuoEKi29c=" providerId="None" clId="Web-{0E0E42E2-9444-4F24-BCFC-A6CA3A0FB3A8}" dt="2026-09-16T14:14:59.041" v="304"/>
          <ac:spMkLst>
            <pc:docMk/>
            <pc:sldMk cId="4174001273" sldId="311"/>
            <ac:spMk id="11" creationId="{B0665627-C912-92E4-7272-9223386FCC4E}"/>
          </ac:spMkLst>
        </pc:spChg>
        <pc:spChg chg="add mod">
          <ac:chgData name="YOSHIDA Haruto" userId="o3nT65zFR9wRUwpwlemvUDHDlrh7/SrQEICuoEKi29c=" providerId="None" clId="Web-{0E0E42E2-9444-4F24-BCFC-A6CA3A0FB3A8}" dt="2026-09-17T05:06:21.644" v="384" actId="20577"/>
          <ac:spMkLst>
            <pc:docMk/>
            <pc:sldMk cId="4174001273" sldId="311"/>
            <ac:spMk id="13" creationId="{5C43251E-FBF0-CC12-4F1D-F1349F567AF1}"/>
          </ac:spMkLst>
        </pc:spChg>
      </pc:sldChg>
      <pc:sldChg chg="del">
        <pc:chgData name="YOSHIDA Haruto" userId="o3nT65zFR9wRUwpwlemvUDHDlrh7/SrQEICuoEKi29c=" providerId="None" clId="Web-{0E0E42E2-9444-4F24-BCFC-A6CA3A0FB3A8}" dt="2026-09-16T13:35:22.305" v="12"/>
        <pc:sldMkLst>
          <pc:docMk/>
          <pc:sldMk cId="2793736572" sldId="312"/>
        </pc:sldMkLst>
      </pc:sldChg>
      <pc:sldChg chg="del">
        <pc:chgData name="YOSHIDA Haruto" userId="o3nT65zFR9wRUwpwlemvUDHDlrh7/SrQEICuoEKi29c=" providerId="None" clId="Web-{0E0E42E2-9444-4F24-BCFC-A6CA3A0FB3A8}" dt="2026-09-16T13:39:21.017" v="59"/>
        <pc:sldMkLst>
          <pc:docMk/>
          <pc:sldMk cId="1543683557" sldId="313"/>
        </pc:sldMkLst>
      </pc:sldChg>
      <pc:sldChg chg="addSp delSp modSp ord addAnim delAnim">
        <pc:chgData name="YOSHIDA Haruto" userId="o3nT65zFR9wRUwpwlemvUDHDlrh7/SrQEICuoEKi29c=" providerId="None" clId="Web-{0E0E42E2-9444-4F24-BCFC-A6CA3A0FB3A8}" dt="2026-09-17T05:13:26.014" v="389"/>
        <pc:sldMkLst>
          <pc:docMk/>
          <pc:sldMk cId="3269306329" sldId="322"/>
        </pc:sldMkLst>
        <pc:spChg chg="mod">
          <ac:chgData name="YOSHIDA Haruto" userId="o3nT65zFR9wRUwpwlemvUDHDlrh7/SrQEICuoEKi29c=" providerId="None" clId="Web-{0E0E42E2-9444-4F24-BCFC-A6CA3A0FB3A8}" dt="2026-09-16T13:37:53.701" v="43" actId="20577"/>
          <ac:spMkLst>
            <pc:docMk/>
            <pc:sldMk cId="3269306329" sldId="322"/>
            <ac:spMk id="3" creationId="{D115FEDA-D059-18B4-164C-428E7696BFCA}"/>
          </ac:spMkLst>
        </pc:spChg>
        <pc:spChg chg="add del mod">
          <ac:chgData name="YOSHIDA Haruto" userId="o3nT65zFR9wRUwpwlemvUDHDlrh7/SrQEICuoEKi29c=" providerId="None" clId="Web-{0E0E42E2-9444-4F24-BCFC-A6CA3A0FB3A8}" dt="2026-09-17T05:13:26.014" v="389"/>
          <ac:spMkLst>
            <pc:docMk/>
            <pc:sldMk cId="3269306329" sldId="322"/>
            <ac:spMk id="4" creationId="{CE6632B1-B9D2-5740-5AF8-CB82CE05A86E}"/>
          </ac:spMkLst>
        </pc:spChg>
        <pc:spChg chg="add del mod">
          <ac:chgData name="YOSHIDA Haruto" userId="o3nT65zFR9wRUwpwlemvUDHDlrh7/SrQEICuoEKi29c=" providerId="None" clId="Web-{0E0E42E2-9444-4F24-BCFC-A6CA3A0FB3A8}" dt="2026-09-17T05:13:25.983" v="388"/>
          <ac:spMkLst>
            <pc:docMk/>
            <pc:sldMk cId="3269306329" sldId="322"/>
            <ac:spMk id="10" creationId="{42D301E6-CB0F-722A-1E65-E8E746788C06}"/>
          </ac:spMkLst>
        </pc:spChg>
      </pc:sldChg>
      <pc:sldChg chg="modSp">
        <pc:chgData name="YOSHIDA Haruto" userId="o3nT65zFR9wRUwpwlemvUDHDlrh7/SrQEICuoEKi29c=" providerId="None" clId="Web-{0E0E42E2-9444-4F24-BCFC-A6CA3A0FB3A8}" dt="2026-09-16T14:09:37.981" v="281" actId="20577"/>
        <pc:sldMkLst>
          <pc:docMk/>
          <pc:sldMk cId="2407538112" sldId="323"/>
        </pc:sldMkLst>
        <pc:spChg chg="mod">
          <ac:chgData name="YOSHIDA Haruto" userId="o3nT65zFR9wRUwpwlemvUDHDlrh7/SrQEICuoEKi29c=" providerId="None" clId="Web-{0E0E42E2-9444-4F24-BCFC-A6CA3A0FB3A8}" dt="2026-09-16T14:04:27.109" v="239" actId="20577"/>
          <ac:spMkLst>
            <pc:docMk/>
            <pc:sldMk cId="2407538112" sldId="323"/>
            <ac:spMk id="6" creationId="{2DB5C72A-B0EA-E27E-8A86-D9F52C0D0621}"/>
          </ac:spMkLst>
        </pc:spChg>
        <pc:spChg chg="mod">
          <ac:chgData name="YOSHIDA Haruto" userId="o3nT65zFR9wRUwpwlemvUDHDlrh7/SrQEICuoEKi29c=" providerId="None" clId="Web-{0E0E42E2-9444-4F24-BCFC-A6CA3A0FB3A8}" dt="2026-09-16T14:09:37.981" v="281" actId="20577"/>
          <ac:spMkLst>
            <pc:docMk/>
            <pc:sldMk cId="2407538112" sldId="323"/>
            <ac:spMk id="34" creationId="{E8EF30D5-E9B3-F84B-595A-E52396DBA057}"/>
          </ac:spMkLst>
        </pc:spChg>
      </pc:sldChg>
      <pc:sldChg chg="add del ord replId">
        <pc:chgData name="YOSHIDA Haruto" userId="o3nT65zFR9wRUwpwlemvUDHDlrh7/SrQEICuoEKi29c=" providerId="None" clId="Web-{0E0E42E2-9444-4F24-BCFC-A6CA3A0FB3A8}" dt="2026-09-16T14:03:59.968" v="233"/>
        <pc:sldMkLst>
          <pc:docMk/>
          <pc:sldMk cId="2838216838" sldId="324"/>
        </pc:sldMkLst>
      </pc:sldChg>
      <pc:sldChg chg="addSp modSp new">
        <pc:chgData name="YOSHIDA Haruto" userId="o3nT65zFR9wRUwpwlemvUDHDlrh7/SrQEICuoEKi29c=" providerId="None" clId="Web-{0E0E42E2-9444-4F24-BCFC-A6CA3A0FB3A8}" dt="2026-09-16T13:41:04.084" v="69" actId="20577"/>
        <pc:sldMkLst>
          <pc:docMk/>
          <pc:sldMk cId="3741581157" sldId="325"/>
        </pc:sldMkLst>
        <pc:spChg chg="mod">
          <ac:chgData name="YOSHIDA Haruto" userId="o3nT65zFR9wRUwpwlemvUDHDlrh7/SrQEICuoEKi29c=" providerId="None" clId="Web-{0E0E42E2-9444-4F24-BCFC-A6CA3A0FB3A8}" dt="2026-09-16T13:41:04.084" v="69" actId="20577"/>
          <ac:spMkLst>
            <pc:docMk/>
            <pc:sldMk cId="3741581157" sldId="325"/>
            <ac:spMk id="3" creationId="{F13917D9-A86A-32E4-ED7F-4839C92CB1DD}"/>
          </ac:spMkLst>
        </pc:spChg>
        <pc:picChg chg="add mod">
          <ac:chgData name="YOSHIDA Haruto" userId="o3nT65zFR9wRUwpwlemvUDHDlrh7/SrQEICuoEKi29c=" providerId="None" clId="Web-{0E0E42E2-9444-4F24-BCFC-A6CA3A0FB3A8}" dt="2026-09-16T13:40:53.677" v="68" actId="1076"/>
          <ac:picMkLst>
            <pc:docMk/>
            <pc:sldMk cId="3741581157" sldId="325"/>
            <ac:picMk id="4" creationId="{ECE8C06C-ADD0-897D-4CC0-A645D005787E}"/>
          </ac:picMkLst>
        </pc:picChg>
      </pc:sldChg>
      <pc:sldChg chg="delSp modSp add replId">
        <pc:chgData name="YOSHIDA Haruto" userId="o3nT65zFR9wRUwpwlemvUDHDlrh7/SrQEICuoEKi29c=" providerId="None" clId="Web-{0E0E42E2-9444-4F24-BCFC-A6CA3A0FB3A8}" dt="2026-09-16T14:06:37.740" v="262" actId="20577"/>
        <pc:sldMkLst>
          <pc:docMk/>
          <pc:sldMk cId="1096265753" sldId="326"/>
        </pc:sldMkLst>
        <pc:spChg chg="mod">
          <ac:chgData name="YOSHIDA Haruto" userId="o3nT65zFR9wRUwpwlemvUDHDlrh7/SrQEICuoEKi29c=" providerId="None" clId="Web-{0E0E42E2-9444-4F24-BCFC-A6CA3A0FB3A8}" dt="2026-09-16T13:42:22.900" v="77" actId="20577"/>
          <ac:spMkLst>
            <pc:docMk/>
            <pc:sldMk cId="1096265753" sldId="326"/>
            <ac:spMk id="132" creationId="{86CA940A-A6B0-7582-CA7A-2D506A673DA2}"/>
          </ac:spMkLst>
        </pc:spChg>
        <pc:spChg chg="del">
          <ac:chgData name="YOSHIDA Haruto" userId="o3nT65zFR9wRUwpwlemvUDHDlrh7/SrQEICuoEKi29c=" providerId="None" clId="Web-{0E0E42E2-9444-4F24-BCFC-A6CA3A0FB3A8}" dt="2026-09-16T13:49:42.042" v="120"/>
          <ac:spMkLst>
            <pc:docMk/>
            <pc:sldMk cId="1096265753" sldId="326"/>
            <ac:spMk id="134" creationId="{D0F0AB51-AF06-F8C8-AE92-6267C6119E96}"/>
          </ac:spMkLst>
        </pc:spChg>
        <pc:spChg chg="del">
          <ac:chgData name="YOSHIDA Haruto" userId="o3nT65zFR9wRUwpwlemvUDHDlrh7/SrQEICuoEKi29c=" providerId="None" clId="Web-{0E0E42E2-9444-4F24-BCFC-A6CA3A0FB3A8}" dt="2026-09-16T13:49:45.324" v="121"/>
          <ac:spMkLst>
            <pc:docMk/>
            <pc:sldMk cId="1096265753" sldId="326"/>
            <ac:spMk id="135" creationId="{2E462BA7-4710-FEBF-9140-53839D93C32B}"/>
          </ac:spMkLst>
        </pc:spChg>
        <pc:spChg chg="del mod">
          <ac:chgData name="YOSHIDA Haruto" userId="o3nT65zFR9wRUwpwlemvUDHDlrh7/SrQEICuoEKi29c=" providerId="None" clId="Web-{0E0E42E2-9444-4F24-BCFC-A6CA3A0FB3A8}" dt="2026-09-16T13:49:48.168" v="122"/>
          <ac:spMkLst>
            <pc:docMk/>
            <pc:sldMk cId="1096265753" sldId="326"/>
            <ac:spMk id="136" creationId="{C736E208-5D1D-EA21-DAA2-CD1FB7A4BB17}"/>
          </ac:spMkLst>
        </pc:spChg>
        <pc:spChg chg="mod">
          <ac:chgData name="YOSHIDA Haruto" userId="o3nT65zFR9wRUwpwlemvUDHDlrh7/SrQEICuoEKi29c=" providerId="None" clId="Web-{0E0E42E2-9444-4F24-BCFC-A6CA3A0FB3A8}" dt="2026-09-16T14:05:24.315" v="246" actId="1076"/>
          <ac:spMkLst>
            <pc:docMk/>
            <pc:sldMk cId="1096265753" sldId="326"/>
            <ac:spMk id="137" creationId="{9870C581-7846-93F9-A288-320439EE6BE1}"/>
          </ac:spMkLst>
        </pc:spChg>
        <pc:spChg chg="mod">
          <ac:chgData name="YOSHIDA Haruto" userId="o3nT65zFR9wRUwpwlemvUDHDlrh7/SrQEICuoEKi29c=" providerId="None" clId="Web-{0E0E42E2-9444-4F24-BCFC-A6CA3A0FB3A8}" dt="2026-09-16T14:05:27.862" v="247" actId="1076"/>
          <ac:spMkLst>
            <pc:docMk/>
            <pc:sldMk cId="1096265753" sldId="326"/>
            <ac:spMk id="138" creationId="{B322EC45-68D7-B0B1-7B02-A3C1DC6B03A8}"/>
          </ac:spMkLst>
        </pc:spChg>
        <pc:spChg chg="mod">
          <ac:chgData name="YOSHIDA Haruto" userId="o3nT65zFR9wRUwpwlemvUDHDlrh7/SrQEICuoEKi29c=" providerId="None" clId="Web-{0E0E42E2-9444-4F24-BCFC-A6CA3A0FB3A8}" dt="2026-09-16T14:06:00.816" v="255" actId="1076"/>
          <ac:spMkLst>
            <pc:docMk/>
            <pc:sldMk cId="1096265753" sldId="326"/>
            <ac:spMk id="139" creationId="{4830D58D-40C0-D5B0-EF2F-83C354ABC69B}"/>
          </ac:spMkLst>
        </pc:spChg>
        <pc:spChg chg="mod">
          <ac:chgData name="YOSHIDA Haruto" userId="o3nT65zFR9wRUwpwlemvUDHDlrh7/SrQEICuoEKi29c=" providerId="None" clId="Web-{0E0E42E2-9444-4F24-BCFC-A6CA3A0FB3A8}" dt="2026-09-16T14:06:04.363" v="256" actId="1076"/>
          <ac:spMkLst>
            <pc:docMk/>
            <pc:sldMk cId="1096265753" sldId="326"/>
            <ac:spMk id="140" creationId="{476A9679-2431-6231-7B2C-95BA24A3CC1A}"/>
          </ac:spMkLst>
        </pc:spChg>
        <pc:spChg chg="mod">
          <ac:chgData name="YOSHIDA Haruto" userId="o3nT65zFR9wRUwpwlemvUDHDlrh7/SrQEICuoEKi29c=" providerId="None" clId="Web-{0E0E42E2-9444-4F24-BCFC-A6CA3A0FB3A8}" dt="2026-09-16T14:05:54.488" v="253" actId="1076"/>
          <ac:spMkLst>
            <pc:docMk/>
            <pc:sldMk cId="1096265753" sldId="326"/>
            <ac:spMk id="141" creationId="{CE91751C-EDCA-8E40-2058-1F8D9A34A556}"/>
          </ac:spMkLst>
        </pc:spChg>
        <pc:spChg chg="mod">
          <ac:chgData name="YOSHIDA Haruto" userId="o3nT65zFR9wRUwpwlemvUDHDlrh7/SrQEICuoEKi29c=" providerId="None" clId="Web-{0E0E42E2-9444-4F24-BCFC-A6CA3A0FB3A8}" dt="2026-09-16T14:05:57.332" v="254" actId="1076"/>
          <ac:spMkLst>
            <pc:docMk/>
            <pc:sldMk cId="1096265753" sldId="326"/>
            <ac:spMk id="142" creationId="{8A9B8C90-28D0-DC90-9967-6602E6B8E406}"/>
          </ac:spMkLst>
        </pc:spChg>
        <pc:spChg chg="mod">
          <ac:chgData name="YOSHIDA Haruto" userId="o3nT65zFR9wRUwpwlemvUDHDlrh7/SrQEICuoEKi29c=" providerId="None" clId="Web-{0E0E42E2-9444-4F24-BCFC-A6CA3A0FB3A8}" dt="2026-09-16T14:06:37.740" v="262" actId="20577"/>
          <ac:spMkLst>
            <pc:docMk/>
            <pc:sldMk cId="1096265753" sldId="326"/>
            <ac:spMk id="143" creationId="{8A699410-6F32-A189-9657-59BF18498175}"/>
          </ac:spMkLst>
        </pc:spChg>
      </pc:sldChg>
      <pc:sldChg chg="new del">
        <pc:chgData name="YOSHIDA Haruto" userId="o3nT65zFR9wRUwpwlemvUDHDlrh7/SrQEICuoEKi29c=" providerId="None" clId="Web-{0E0E42E2-9444-4F24-BCFC-A6CA3A0FB3A8}" dt="2026-09-16T13:42:09.258" v="71"/>
        <pc:sldMkLst>
          <pc:docMk/>
          <pc:sldMk cId="3488971394" sldId="326"/>
        </pc:sldMkLst>
      </pc:sldChg>
      <pc:sldChg chg="addSp delSp modSp new">
        <pc:chgData name="YOSHIDA Haruto" userId="o3nT65zFR9wRUwpwlemvUDHDlrh7/SrQEICuoEKi29c=" providerId="None" clId="Web-{0E0E42E2-9444-4F24-BCFC-A6CA3A0FB3A8}" dt="2026-09-16T14:08:55.417" v="275" actId="20577"/>
        <pc:sldMkLst>
          <pc:docMk/>
          <pc:sldMk cId="4124829826" sldId="327"/>
        </pc:sldMkLst>
        <pc:spChg chg="mod">
          <ac:chgData name="YOSHIDA Haruto" userId="o3nT65zFR9wRUwpwlemvUDHDlrh7/SrQEICuoEKi29c=" providerId="None" clId="Web-{0E0E42E2-9444-4F24-BCFC-A6CA3A0FB3A8}" dt="2026-09-16T13:51:54.048" v="136" actId="20577"/>
          <ac:spMkLst>
            <pc:docMk/>
            <pc:sldMk cId="4124829826" sldId="327"/>
            <ac:spMk id="3" creationId="{FF952DC0-56C9-7CB3-A8B2-9A21C1E95EE8}"/>
          </ac:spMkLst>
        </pc:spChg>
        <pc:spChg chg="add del">
          <ac:chgData name="YOSHIDA Haruto" userId="o3nT65zFR9wRUwpwlemvUDHDlrh7/SrQEICuoEKi29c=" providerId="None" clId="Web-{0E0E42E2-9444-4F24-BCFC-A6CA3A0FB3A8}" dt="2026-09-16T13:54:25.757" v="144"/>
          <ac:spMkLst>
            <pc:docMk/>
            <pc:sldMk cId="4124829826" sldId="327"/>
            <ac:spMk id="5" creationId="{106E5B43-AB60-30BF-7C0B-2B6441F97B5F}"/>
          </ac:spMkLst>
        </pc:spChg>
        <pc:spChg chg="add mod">
          <ac:chgData name="YOSHIDA Haruto" userId="o3nT65zFR9wRUwpwlemvUDHDlrh7/SrQEICuoEKi29c=" providerId="None" clId="Web-{0E0E42E2-9444-4F24-BCFC-A6CA3A0FB3A8}" dt="2026-09-16T13:58:38.455" v="187" actId="1076"/>
          <ac:spMkLst>
            <pc:docMk/>
            <pc:sldMk cId="4124829826" sldId="327"/>
            <ac:spMk id="6" creationId="{612A96E1-6EF8-5B41-1550-544821C7F9A2}"/>
          </ac:spMkLst>
        </pc:spChg>
        <pc:spChg chg="add mod">
          <ac:chgData name="YOSHIDA Haruto" userId="o3nT65zFR9wRUwpwlemvUDHDlrh7/SrQEICuoEKi29c=" providerId="None" clId="Web-{0E0E42E2-9444-4F24-BCFC-A6CA3A0FB3A8}" dt="2026-09-16T13:56:16.340" v="169" actId="1076"/>
          <ac:spMkLst>
            <pc:docMk/>
            <pc:sldMk cId="4124829826" sldId="327"/>
            <ac:spMk id="7" creationId="{CEF38A9E-B93E-1560-BBA2-00EE7EBE41CA}"/>
          </ac:spMkLst>
        </pc:spChg>
        <pc:spChg chg="add mod">
          <ac:chgData name="YOSHIDA Haruto" userId="o3nT65zFR9wRUwpwlemvUDHDlrh7/SrQEICuoEKi29c=" providerId="None" clId="Web-{0E0E42E2-9444-4F24-BCFC-A6CA3A0FB3A8}" dt="2026-09-16T14:08:55.417" v="275" actId="20577"/>
          <ac:spMkLst>
            <pc:docMk/>
            <pc:sldMk cId="4124829826" sldId="327"/>
            <ac:spMk id="10" creationId="{160ADED3-7BB8-37CF-B8E8-2CFC707EC236}"/>
          </ac:spMkLst>
        </pc:spChg>
        <pc:spChg chg="add mod">
          <ac:chgData name="YOSHIDA Haruto" userId="o3nT65zFR9wRUwpwlemvUDHDlrh7/SrQEICuoEKi29c=" providerId="None" clId="Web-{0E0E42E2-9444-4F24-BCFC-A6CA3A0FB3A8}" dt="2026-09-16T14:03:00.168" v="231" actId="1076"/>
          <ac:spMkLst>
            <pc:docMk/>
            <pc:sldMk cId="4124829826" sldId="327"/>
            <ac:spMk id="11" creationId="{8E339778-225A-4BAC-53E1-146F624105D4}"/>
          </ac:spMkLst>
        </pc:spChg>
        <pc:picChg chg="add mod">
          <ac:chgData name="YOSHIDA Haruto" userId="o3nT65zFR9wRUwpwlemvUDHDlrh7/SrQEICuoEKi29c=" providerId="None" clId="Web-{0E0E42E2-9444-4F24-BCFC-A6CA3A0FB3A8}" dt="2026-09-16T13:56:06.745" v="167" actId="1076"/>
          <ac:picMkLst>
            <pc:docMk/>
            <pc:sldMk cId="4124829826" sldId="327"/>
            <ac:picMk id="4" creationId="{687B6A7F-854C-9D56-312C-3220A4AD7060}"/>
          </ac:picMkLst>
        </pc:picChg>
        <pc:picChg chg="add mod">
          <ac:chgData name="YOSHIDA Haruto" userId="o3nT65zFR9wRUwpwlemvUDHDlrh7/SrQEICuoEKi29c=" providerId="None" clId="Web-{0E0E42E2-9444-4F24-BCFC-A6CA3A0FB3A8}" dt="2026-09-16T14:01:41.181" v="217" actId="1076"/>
          <ac:picMkLst>
            <pc:docMk/>
            <pc:sldMk cId="4124829826" sldId="327"/>
            <ac:picMk id="8" creationId="{A12AF546-8F89-8164-7C29-C5AD9EB6CE18}"/>
          </ac:picMkLst>
        </pc:picChg>
        <pc:picChg chg="add mod">
          <ac:chgData name="YOSHIDA Haruto" userId="o3nT65zFR9wRUwpwlemvUDHDlrh7/SrQEICuoEKi29c=" providerId="None" clId="Web-{0E0E42E2-9444-4F24-BCFC-A6CA3A0FB3A8}" dt="2026-09-16T13:58:15.923" v="180" actId="1076"/>
          <ac:picMkLst>
            <pc:docMk/>
            <pc:sldMk cId="4124829826" sldId="327"/>
            <ac:picMk id="9" creationId="{5F1276DD-0E3F-65DC-AE89-DBD544D2FA89}"/>
          </ac:picMkLst>
        </pc:picChg>
      </pc:sldChg>
      <pc:sldChg chg="add replId">
        <pc:chgData name="YOSHIDA Haruto" userId="o3nT65zFR9wRUwpwlemvUDHDlrh7/SrQEICuoEKi29c=" providerId="None" clId="Web-{0E0E42E2-9444-4F24-BCFC-A6CA3A0FB3A8}" dt="2026-09-17T05:13:25.624" v="387"/>
        <pc:sldMkLst>
          <pc:docMk/>
          <pc:sldMk cId="1581031580" sldId="328"/>
        </pc:sldMkLst>
      </pc:sldChg>
    </pc:docChg>
  </pc:docChgLst>
  <pc:docChgLst>
    <pc:chgData name="MAEDA Yuuki" userId="LH0O2BYGFWwxLJCswbkcfIbi9WSUK5oFTub0UyEOBYc=" providerId="None" clId="Web-{61C10807-35A3-4517-8DBF-A4C9B8CD1E3A}"/>
    <pc:docChg chg="addSld delSld modSld">
      <pc:chgData name="MAEDA Yuuki" userId="LH0O2BYGFWwxLJCswbkcfIbi9WSUK5oFTub0UyEOBYc=" providerId="None" clId="Web-{61C10807-35A3-4517-8DBF-A4C9B8CD1E3A}" dt="2026-09-16T10:06:56.903" v="8" actId="20577"/>
      <pc:docMkLst>
        <pc:docMk/>
      </pc:docMkLst>
      <pc:sldChg chg="add">
        <pc:chgData name="MAEDA Yuuki" userId="LH0O2BYGFWwxLJCswbkcfIbi9WSUK5oFTub0UyEOBYc=" providerId="None" clId="Web-{61C10807-35A3-4517-8DBF-A4C9B8CD1E3A}" dt="2026-09-16T10:06:01.182" v="4"/>
        <pc:sldMkLst>
          <pc:docMk/>
          <pc:sldMk cId="0" sldId="258"/>
        </pc:sldMkLst>
      </pc:sldChg>
      <pc:sldChg chg="add">
        <pc:chgData name="MAEDA Yuuki" userId="LH0O2BYGFWwxLJCswbkcfIbi9WSUK5oFTub0UyEOBYc=" providerId="None" clId="Web-{61C10807-35A3-4517-8DBF-A4C9B8CD1E3A}" dt="2026-09-16T10:06:20.636" v="6"/>
        <pc:sldMkLst>
          <pc:docMk/>
          <pc:sldMk cId="0" sldId="259"/>
        </pc:sldMkLst>
      </pc:sldChg>
      <pc:sldChg chg="add">
        <pc:chgData name="MAEDA Yuuki" userId="LH0O2BYGFWwxLJCswbkcfIbi9WSUK5oFTub0UyEOBYc=" providerId="None" clId="Web-{61C10807-35A3-4517-8DBF-A4C9B8CD1E3A}" dt="2026-09-16T10:06:11.839" v="5"/>
        <pc:sldMkLst>
          <pc:docMk/>
          <pc:sldMk cId="0" sldId="260"/>
        </pc:sldMkLst>
      </pc:sldChg>
      <pc:sldChg chg="modSp">
        <pc:chgData name="MAEDA Yuuki" userId="LH0O2BYGFWwxLJCswbkcfIbi9WSUK5oFTub0UyEOBYc=" providerId="None" clId="Web-{61C10807-35A3-4517-8DBF-A4C9B8CD1E3A}" dt="2026-09-16T10:06:56.903" v="8" actId="20577"/>
        <pc:sldMkLst>
          <pc:docMk/>
          <pc:sldMk cId="1331319326" sldId="305"/>
        </pc:sldMkLst>
        <pc:spChg chg="mod">
          <ac:chgData name="MAEDA Yuuki" userId="LH0O2BYGFWwxLJCswbkcfIbi9WSUK5oFTub0UyEOBYc=" providerId="None" clId="Web-{61C10807-35A3-4517-8DBF-A4C9B8CD1E3A}" dt="2026-09-16T10:06:56.903" v="8" actId="20577"/>
          <ac:spMkLst>
            <pc:docMk/>
            <pc:sldMk cId="1331319326" sldId="305"/>
            <ac:spMk id="9" creationId="{37ECCBC8-0E64-AD8E-3A1E-A49D16E33B17}"/>
          </ac:spMkLst>
        </pc:spChg>
      </pc:sldChg>
      <pc:sldChg chg="del">
        <pc:chgData name="MAEDA Yuuki" userId="LH0O2BYGFWwxLJCswbkcfIbi9WSUK5oFTub0UyEOBYc=" providerId="None" clId="Web-{61C10807-35A3-4517-8DBF-A4C9B8CD1E3A}" dt="2026-09-16T10:05:45.416" v="3"/>
        <pc:sldMkLst>
          <pc:docMk/>
          <pc:sldMk cId="3902143226" sldId="306"/>
        </pc:sldMkLst>
      </pc:sldChg>
      <pc:sldChg chg="del">
        <pc:chgData name="MAEDA Yuuki" userId="LH0O2BYGFWwxLJCswbkcfIbi9WSUK5oFTub0UyEOBYc=" providerId="None" clId="Web-{61C10807-35A3-4517-8DBF-A4C9B8CD1E3A}" dt="2026-09-16T10:05:41.650" v="2"/>
        <pc:sldMkLst>
          <pc:docMk/>
          <pc:sldMk cId="1989544474" sldId="307"/>
        </pc:sldMkLst>
      </pc:sldChg>
      <pc:sldChg chg="del">
        <pc:chgData name="MAEDA Yuuki" userId="LH0O2BYGFWwxLJCswbkcfIbi9WSUK5oFTub0UyEOBYc=" providerId="None" clId="Web-{61C10807-35A3-4517-8DBF-A4C9B8CD1E3A}" dt="2026-09-16T10:05:39.228" v="1"/>
        <pc:sldMkLst>
          <pc:docMk/>
          <pc:sldMk cId="3504874329" sldId="308"/>
        </pc:sldMkLst>
      </pc:sldChg>
      <pc:sldChg chg="del">
        <pc:chgData name="MAEDA Yuuki" userId="LH0O2BYGFWwxLJCswbkcfIbi9WSUK5oFTub0UyEOBYc=" providerId="None" clId="Web-{61C10807-35A3-4517-8DBF-A4C9B8CD1E3A}" dt="2026-09-16T10:05:37.197" v="0"/>
        <pc:sldMkLst>
          <pc:docMk/>
          <pc:sldMk cId="2922590922" sldId="309"/>
        </pc:sldMkLst>
      </pc:sldChg>
    </pc:docChg>
  </pc:docChgLst>
  <pc:docChgLst>
    <pc:chgData name="MAEDA Yuuki" userId="LH0O2BYGFWwxLJCswbkcfIbi9WSUK5oFTub0UyEOBYc=" providerId="None" clId="Web-{765B78CE-53C8-4EB6-AE2F-5C7DA8153ED5}"/>
    <pc:docChg chg="addSld delSld modSld">
      <pc:chgData name="MAEDA Yuuki" userId="LH0O2BYGFWwxLJCswbkcfIbi9WSUK5oFTub0UyEOBYc=" providerId="None" clId="Web-{765B78CE-53C8-4EB6-AE2F-5C7DA8153ED5}" dt="2026-09-16T10:27:47.831" v="109" actId="1076"/>
      <pc:docMkLst>
        <pc:docMk/>
      </pc:docMkLst>
      <pc:sldChg chg="addSp delSp modSp del">
        <pc:chgData name="MAEDA Yuuki" userId="LH0O2BYGFWwxLJCswbkcfIbi9WSUK5oFTub0UyEOBYc=" providerId="None" clId="Web-{765B78CE-53C8-4EB6-AE2F-5C7DA8153ED5}" dt="2026-09-16T10:27:18.502" v="95"/>
        <pc:sldMkLst>
          <pc:docMk/>
          <pc:sldMk cId="0" sldId="259"/>
        </pc:sldMkLst>
        <pc:spChg chg="mod">
          <ac:chgData name="MAEDA Yuuki" userId="LH0O2BYGFWwxLJCswbkcfIbi9WSUK5oFTub0UyEOBYc=" providerId="None" clId="Web-{765B78CE-53C8-4EB6-AE2F-5C7DA8153ED5}" dt="2026-09-16T10:15:09.814" v="14" actId="20577"/>
          <ac:spMkLst>
            <pc:docMk/>
            <pc:sldMk cId="0" sldId="259"/>
            <ac:spMk id="126" creationId="{00000000-0000-0000-0000-000000000000}"/>
          </ac:spMkLst>
        </pc:spChg>
        <pc:spChg chg="del">
          <ac:chgData name="MAEDA Yuuki" userId="LH0O2BYGFWwxLJCswbkcfIbi9WSUK5oFTub0UyEOBYc=" providerId="None" clId="Web-{765B78CE-53C8-4EB6-AE2F-5C7DA8153ED5}" dt="2026-09-16T10:14:45.469" v="6"/>
          <ac:spMkLst>
            <pc:docMk/>
            <pc:sldMk cId="0" sldId="259"/>
            <ac:spMk id="128" creationId="{00000000-0000-0000-0000-000000000000}"/>
          </ac:spMkLst>
        </pc:spChg>
        <pc:spChg chg="del mod">
          <ac:chgData name="MAEDA Yuuki" userId="LH0O2BYGFWwxLJCswbkcfIbi9WSUK5oFTub0UyEOBYc=" providerId="None" clId="Web-{765B78CE-53C8-4EB6-AE2F-5C7DA8153ED5}" dt="2026-09-16T10:25:37.639" v="86"/>
          <ac:spMkLst>
            <pc:docMk/>
            <pc:sldMk cId="0" sldId="259"/>
            <ac:spMk id="130" creationId="{00000000-0000-0000-0000-000000000000}"/>
          </ac:spMkLst>
        </pc:spChg>
        <pc:picChg chg="add mod">
          <ac:chgData name="MAEDA Yuuki" userId="LH0O2BYGFWwxLJCswbkcfIbi9WSUK5oFTub0UyEOBYc=" providerId="None" clId="Web-{765B78CE-53C8-4EB6-AE2F-5C7DA8153ED5}" dt="2026-09-16T10:25:49.061" v="91" actId="1076"/>
          <ac:picMkLst>
            <pc:docMk/>
            <pc:sldMk cId="0" sldId="259"/>
            <ac:picMk id="2" creationId="{D1BD8BAC-B39D-C683-553D-5FAD5A57C7CD}"/>
          </ac:picMkLst>
        </pc:picChg>
        <pc:picChg chg="del">
          <ac:chgData name="MAEDA Yuuki" userId="LH0O2BYGFWwxLJCswbkcfIbi9WSUK5oFTub0UyEOBYc=" providerId="None" clId="Web-{765B78CE-53C8-4EB6-AE2F-5C7DA8153ED5}" dt="2026-09-16T10:14:39.734" v="2"/>
          <ac:picMkLst>
            <pc:docMk/>
            <pc:sldMk cId="0" sldId="259"/>
            <ac:picMk id="129" creationId="{00000000-0000-0000-0000-000000000000}"/>
          </ac:picMkLst>
        </pc:picChg>
      </pc:sldChg>
      <pc:sldChg chg="modSp add del">
        <pc:chgData name="MAEDA Yuuki" userId="LH0O2BYGFWwxLJCswbkcfIbi9WSUK5oFTub0UyEOBYc=" providerId="None" clId="Web-{765B78CE-53C8-4EB6-AE2F-5C7DA8153ED5}" dt="2026-09-16T10:27:47.831" v="109" actId="1076"/>
        <pc:sldMkLst>
          <pc:docMk/>
          <pc:sldMk cId="0" sldId="275"/>
        </pc:sldMkLst>
        <pc:spChg chg="mod">
          <ac:chgData name="MAEDA Yuuki" userId="LH0O2BYGFWwxLJCswbkcfIbi9WSUK5oFTub0UyEOBYc=" providerId="None" clId="Web-{765B78CE-53C8-4EB6-AE2F-5C7DA8153ED5}" dt="2026-09-16T10:27:47.691" v="96" actId="1076"/>
          <ac:spMkLst>
            <pc:docMk/>
            <pc:sldMk cId="0" sldId="275"/>
            <ac:spMk id="489" creationId="{00000000-0000-0000-0000-000000000000}"/>
          </ac:spMkLst>
        </pc:spChg>
        <pc:spChg chg="mod">
          <ac:chgData name="MAEDA Yuuki" userId="LH0O2BYGFWwxLJCswbkcfIbi9WSUK5oFTub0UyEOBYc=" providerId="None" clId="Web-{765B78CE-53C8-4EB6-AE2F-5C7DA8153ED5}" dt="2026-09-16T10:27:47.691" v="97" actId="1076"/>
          <ac:spMkLst>
            <pc:docMk/>
            <pc:sldMk cId="0" sldId="275"/>
            <ac:spMk id="490" creationId="{00000000-0000-0000-0000-000000000000}"/>
          </ac:spMkLst>
        </pc:spChg>
        <pc:spChg chg="mod">
          <ac:chgData name="MAEDA Yuuki" userId="LH0O2BYGFWwxLJCswbkcfIbi9WSUK5oFTub0UyEOBYc=" providerId="None" clId="Web-{765B78CE-53C8-4EB6-AE2F-5C7DA8153ED5}" dt="2026-09-16T10:27:47.706" v="98" actId="1076"/>
          <ac:spMkLst>
            <pc:docMk/>
            <pc:sldMk cId="0" sldId="275"/>
            <ac:spMk id="491" creationId="{00000000-0000-0000-0000-000000000000}"/>
          </ac:spMkLst>
        </pc:spChg>
        <pc:spChg chg="mod">
          <ac:chgData name="MAEDA Yuuki" userId="LH0O2BYGFWwxLJCswbkcfIbi9WSUK5oFTub0UyEOBYc=" providerId="None" clId="Web-{765B78CE-53C8-4EB6-AE2F-5C7DA8153ED5}" dt="2026-09-16T10:27:47.722" v="99" actId="1076"/>
          <ac:spMkLst>
            <pc:docMk/>
            <pc:sldMk cId="0" sldId="275"/>
            <ac:spMk id="492" creationId="{00000000-0000-0000-0000-000000000000}"/>
          </ac:spMkLst>
        </pc:spChg>
        <pc:spChg chg="mod">
          <ac:chgData name="MAEDA Yuuki" userId="LH0O2BYGFWwxLJCswbkcfIbi9WSUK5oFTub0UyEOBYc=" providerId="None" clId="Web-{765B78CE-53C8-4EB6-AE2F-5C7DA8153ED5}" dt="2026-09-16T10:27:47.722" v="100" actId="1076"/>
          <ac:spMkLst>
            <pc:docMk/>
            <pc:sldMk cId="0" sldId="275"/>
            <ac:spMk id="493" creationId="{00000000-0000-0000-0000-000000000000}"/>
          </ac:spMkLst>
        </pc:spChg>
        <pc:spChg chg="mod">
          <ac:chgData name="MAEDA Yuuki" userId="LH0O2BYGFWwxLJCswbkcfIbi9WSUK5oFTub0UyEOBYc=" providerId="None" clId="Web-{765B78CE-53C8-4EB6-AE2F-5C7DA8153ED5}" dt="2026-09-16T10:27:47.738" v="101" actId="1076"/>
          <ac:spMkLst>
            <pc:docMk/>
            <pc:sldMk cId="0" sldId="275"/>
            <ac:spMk id="494" creationId="{00000000-0000-0000-0000-000000000000}"/>
          </ac:spMkLst>
        </pc:spChg>
        <pc:spChg chg="mod">
          <ac:chgData name="MAEDA Yuuki" userId="LH0O2BYGFWwxLJCswbkcfIbi9WSUK5oFTub0UyEOBYc=" providerId="None" clId="Web-{765B78CE-53C8-4EB6-AE2F-5C7DA8153ED5}" dt="2026-09-16T10:27:47.753" v="102" actId="1076"/>
          <ac:spMkLst>
            <pc:docMk/>
            <pc:sldMk cId="0" sldId="275"/>
            <ac:spMk id="495" creationId="{00000000-0000-0000-0000-000000000000}"/>
          </ac:spMkLst>
        </pc:spChg>
        <pc:spChg chg="mod">
          <ac:chgData name="MAEDA Yuuki" userId="LH0O2BYGFWwxLJCswbkcfIbi9WSUK5oFTub0UyEOBYc=" providerId="None" clId="Web-{765B78CE-53C8-4EB6-AE2F-5C7DA8153ED5}" dt="2026-09-16T10:27:47.753" v="103" actId="1076"/>
          <ac:spMkLst>
            <pc:docMk/>
            <pc:sldMk cId="0" sldId="275"/>
            <ac:spMk id="496" creationId="{00000000-0000-0000-0000-000000000000}"/>
          </ac:spMkLst>
        </pc:spChg>
        <pc:spChg chg="mod">
          <ac:chgData name="MAEDA Yuuki" userId="LH0O2BYGFWwxLJCswbkcfIbi9WSUK5oFTub0UyEOBYc=" providerId="None" clId="Web-{765B78CE-53C8-4EB6-AE2F-5C7DA8153ED5}" dt="2026-09-16T10:27:47.769" v="104" actId="1076"/>
          <ac:spMkLst>
            <pc:docMk/>
            <pc:sldMk cId="0" sldId="275"/>
            <ac:spMk id="497" creationId="{00000000-0000-0000-0000-000000000000}"/>
          </ac:spMkLst>
        </pc:spChg>
        <pc:spChg chg="mod">
          <ac:chgData name="MAEDA Yuuki" userId="LH0O2BYGFWwxLJCswbkcfIbi9WSUK5oFTub0UyEOBYc=" providerId="None" clId="Web-{765B78CE-53C8-4EB6-AE2F-5C7DA8153ED5}" dt="2026-09-16T10:27:47.784" v="105" actId="1076"/>
          <ac:spMkLst>
            <pc:docMk/>
            <pc:sldMk cId="0" sldId="275"/>
            <ac:spMk id="498" creationId="{00000000-0000-0000-0000-000000000000}"/>
          </ac:spMkLst>
        </pc:spChg>
        <pc:spChg chg="mod">
          <ac:chgData name="MAEDA Yuuki" userId="LH0O2BYGFWwxLJCswbkcfIbi9WSUK5oFTub0UyEOBYc=" providerId="None" clId="Web-{765B78CE-53C8-4EB6-AE2F-5C7DA8153ED5}" dt="2026-09-16T10:27:47.784" v="106" actId="1076"/>
          <ac:spMkLst>
            <pc:docMk/>
            <pc:sldMk cId="0" sldId="275"/>
            <ac:spMk id="499" creationId="{00000000-0000-0000-0000-000000000000}"/>
          </ac:spMkLst>
        </pc:spChg>
        <pc:spChg chg="mod">
          <ac:chgData name="MAEDA Yuuki" userId="LH0O2BYGFWwxLJCswbkcfIbi9WSUK5oFTub0UyEOBYc=" providerId="None" clId="Web-{765B78CE-53C8-4EB6-AE2F-5C7DA8153ED5}" dt="2026-09-16T10:27:47.800" v="107" actId="1076"/>
          <ac:spMkLst>
            <pc:docMk/>
            <pc:sldMk cId="0" sldId="275"/>
            <ac:spMk id="500" creationId="{00000000-0000-0000-0000-000000000000}"/>
          </ac:spMkLst>
        </pc:spChg>
        <pc:spChg chg="mod">
          <ac:chgData name="MAEDA Yuuki" userId="LH0O2BYGFWwxLJCswbkcfIbi9WSUK5oFTub0UyEOBYc=" providerId="None" clId="Web-{765B78CE-53C8-4EB6-AE2F-5C7DA8153ED5}" dt="2026-09-16T10:27:47.816" v="108" actId="1076"/>
          <ac:spMkLst>
            <pc:docMk/>
            <pc:sldMk cId="0" sldId="275"/>
            <ac:spMk id="501" creationId="{00000000-0000-0000-0000-000000000000}"/>
          </ac:spMkLst>
        </pc:spChg>
        <pc:spChg chg="mod">
          <ac:chgData name="MAEDA Yuuki" userId="LH0O2BYGFWwxLJCswbkcfIbi9WSUK5oFTub0UyEOBYc=" providerId="None" clId="Web-{765B78CE-53C8-4EB6-AE2F-5C7DA8153ED5}" dt="2026-09-16T10:27:47.831" v="109" actId="1076"/>
          <ac:spMkLst>
            <pc:docMk/>
            <pc:sldMk cId="0" sldId="275"/>
            <ac:spMk id="502" creationId="{00000000-0000-0000-0000-000000000000}"/>
          </ac:spMkLst>
        </pc:spChg>
      </pc:sldChg>
      <pc:sldChg chg="addSp modSp">
        <pc:chgData name="MAEDA Yuuki" userId="LH0O2BYGFWwxLJCswbkcfIbi9WSUK5oFTub0UyEOBYc=" providerId="None" clId="Web-{765B78CE-53C8-4EB6-AE2F-5C7DA8153ED5}" dt="2026-09-16T10:24:32.480" v="85" actId="1076"/>
        <pc:sldMkLst>
          <pc:docMk/>
          <pc:sldMk cId="1331319326" sldId="305"/>
        </pc:sldMkLst>
        <pc:spChg chg="mod">
          <ac:chgData name="MAEDA Yuuki" userId="LH0O2BYGFWwxLJCswbkcfIbi9WSUK5oFTub0UyEOBYc=" providerId="None" clId="Web-{765B78CE-53C8-4EB6-AE2F-5C7DA8153ED5}" dt="2026-09-16T10:24:32.464" v="83" actId="1076"/>
          <ac:spMkLst>
            <pc:docMk/>
            <pc:sldMk cId="1331319326" sldId="305"/>
            <ac:spMk id="2" creationId="{FFB297BD-A4CA-8815-E9E1-2AE019A573AB}"/>
          </ac:spMkLst>
        </pc:spChg>
        <pc:spChg chg="add mod">
          <ac:chgData name="MAEDA Yuuki" userId="LH0O2BYGFWwxLJCswbkcfIbi9WSUK5oFTub0UyEOBYc=" providerId="None" clId="Web-{765B78CE-53C8-4EB6-AE2F-5C7DA8153ED5}" dt="2026-09-16T10:24:22.745" v="80" actId="1076"/>
          <ac:spMkLst>
            <pc:docMk/>
            <pc:sldMk cId="1331319326" sldId="305"/>
            <ac:spMk id="3" creationId="{EAFC30B0-218E-1AB1-6273-274244F1BBF8}"/>
          </ac:spMkLst>
        </pc:spChg>
        <pc:spChg chg="mod">
          <ac:chgData name="MAEDA Yuuki" userId="LH0O2BYGFWwxLJCswbkcfIbi9WSUK5oFTub0UyEOBYc=" providerId="None" clId="Web-{765B78CE-53C8-4EB6-AE2F-5C7DA8153ED5}" dt="2026-09-16T10:24:32.464" v="84" actId="1076"/>
          <ac:spMkLst>
            <pc:docMk/>
            <pc:sldMk cId="1331319326" sldId="305"/>
            <ac:spMk id="5" creationId="{5EFD0764-F1D6-FFCF-A6BB-3447265870A4}"/>
          </ac:spMkLst>
        </pc:spChg>
        <pc:spChg chg="add mod">
          <ac:chgData name="MAEDA Yuuki" userId="LH0O2BYGFWwxLJCswbkcfIbi9WSUK5oFTub0UyEOBYc=" providerId="None" clId="Web-{765B78CE-53C8-4EB6-AE2F-5C7DA8153ED5}" dt="2026-09-16T10:24:22.745" v="81" actId="1076"/>
          <ac:spMkLst>
            <pc:docMk/>
            <pc:sldMk cId="1331319326" sldId="305"/>
            <ac:spMk id="7" creationId="{9ED13A45-7674-3EF5-FAD7-512186AC1C3F}"/>
          </ac:spMkLst>
        </pc:spChg>
        <pc:spChg chg="add mod">
          <ac:chgData name="MAEDA Yuuki" userId="LH0O2BYGFWwxLJCswbkcfIbi9WSUK5oFTub0UyEOBYc=" providerId="None" clId="Web-{765B78CE-53C8-4EB6-AE2F-5C7DA8153ED5}" dt="2026-09-16T10:24:22.761" v="82" actId="1076"/>
          <ac:spMkLst>
            <pc:docMk/>
            <pc:sldMk cId="1331319326" sldId="305"/>
            <ac:spMk id="8" creationId="{5EFF7BAC-BFF9-A30B-6E25-366B3A0FE7D8}"/>
          </ac:spMkLst>
        </pc:spChg>
        <pc:spChg chg="mod">
          <ac:chgData name="MAEDA Yuuki" userId="LH0O2BYGFWwxLJCswbkcfIbi9WSUK5oFTub0UyEOBYc=" providerId="None" clId="Web-{765B78CE-53C8-4EB6-AE2F-5C7DA8153ED5}" dt="2026-09-16T10:24:32.480" v="85" actId="1076"/>
          <ac:spMkLst>
            <pc:docMk/>
            <pc:sldMk cId="1331319326" sldId="305"/>
            <ac:spMk id="9" creationId="{37ECCBC8-0E64-AD8E-3A1E-A49D16E33B1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3078427" cy="513508"/>
          </a:xfrm>
          <a:prstGeom prst="rect">
            <a:avLst/>
          </a:prstGeom>
        </p:spPr>
        <p:txBody>
          <a:bodyPr vert="horz" lIns="99075" tIns="49538" rIns="99075" bIns="49538" rtlCol="0"/>
          <a:lstStyle>
            <a:lvl1pPr algn="l">
              <a:defRPr sz="1300"/>
            </a:lvl1pPr>
          </a:lstStyle>
          <a:p>
            <a:endParaRPr kumimoji="1" lang="ja-JP" altLang="en-US"/>
          </a:p>
        </p:txBody>
      </p:sp>
      <p:sp>
        <p:nvSpPr>
          <p:cNvPr id="3" name="日付プレースホルダー 2"/>
          <p:cNvSpPr>
            <a:spLocks noGrp="1"/>
          </p:cNvSpPr>
          <p:nvPr>
            <p:ph type="dt" idx="1"/>
          </p:nvPr>
        </p:nvSpPr>
        <p:spPr>
          <a:xfrm>
            <a:off x="4023992" y="0"/>
            <a:ext cx="3078427" cy="513508"/>
          </a:xfrm>
          <a:prstGeom prst="rect">
            <a:avLst/>
          </a:prstGeom>
        </p:spPr>
        <p:txBody>
          <a:bodyPr vert="horz" lIns="99075" tIns="49538" rIns="99075" bIns="49538" rtlCol="0"/>
          <a:lstStyle>
            <a:lvl1pPr algn="r">
              <a:defRPr sz="1300"/>
            </a:lvl1pPr>
          </a:lstStyle>
          <a:p>
            <a:fld id="{AB83EA4B-B552-4348-9F79-9CC79FF47F8F}" type="datetimeFigureOut">
              <a:rPr kumimoji="1" lang="ja-JP" altLang="en-US" smtClean="0"/>
              <a:t>2026/10/13</a:t>
            </a:fld>
            <a:endParaRPr kumimoji="1" lang="ja-JP" altLang="en-US"/>
          </a:p>
        </p:txBody>
      </p:sp>
      <p:sp>
        <p:nvSpPr>
          <p:cNvPr id="4" name="スライド イメージ プレースホルダー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9075" tIns="49538" rIns="99075" bIns="49538" rtlCol="0" anchor="ctr"/>
          <a:lstStyle/>
          <a:p>
            <a:endParaRPr lang="ja-JP" altLang="en-US"/>
          </a:p>
        </p:txBody>
      </p:sp>
      <p:sp>
        <p:nvSpPr>
          <p:cNvPr id="5" name="ノート プレースホルダー 4"/>
          <p:cNvSpPr>
            <a:spLocks noGrp="1"/>
          </p:cNvSpPr>
          <p:nvPr>
            <p:ph type="body" sz="quarter" idx="3"/>
          </p:nvPr>
        </p:nvSpPr>
        <p:spPr>
          <a:xfrm>
            <a:off x="710407" y="4925407"/>
            <a:ext cx="5683250" cy="4029879"/>
          </a:xfrm>
          <a:prstGeom prst="rect">
            <a:avLst/>
          </a:prstGeom>
        </p:spPr>
        <p:txBody>
          <a:bodyPr vert="horz" lIns="99075" tIns="49538" rIns="99075" bIns="49538"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721107"/>
            <a:ext cx="3078427" cy="513507"/>
          </a:xfrm>
          <a:prstGeom prst="rect">
            <a:avLst/>
          </a:prstGeom>
        </p:spPr>
        <p:txBody>
          <a:bodyPr vert="horz" lIns="99075" tIns="49538" rIns="99075" bIns="49538" rtlCol="0" anchor="b"/>
          <a:lstStyle>
            <a:lvl1pPr algn="l">
              <a:defRPr sz="1300"/>
            </a:lvl1pPr>
          </a:lstStyle>
          <a:p>
            <a:endParaRPr kumimoji="1" lang="ja-JP" altLang="en-US"/>
          </a:p>
        </p:txBody>
      </p:sp>
      <p:sp>
        <p:nvSpPr>
          <p:cNvPr id="7" name="スライド番号プレースホルダー 6"/>
          <p:cNvSpPr>
            <a:spLocks noGrp="1"/>
          </p:cNvSpPr>
          <p:nvPr>
            <p:ph type="sldNum" sz="quarter" idx="5"/>
          </p:nvPr>
        </p:nvSpPr>
        <p:spPr>
          <a:xfrm>
            <a:off x="4023992" y="9721107"/>
            <a:ext cx="3078427" cy="513507"/>
          </a:xfrm>
          <a:prstGeom prst="rect">
            <a:avLst/>
          </a:prstGeom>
        </p:spPr>
        <p:txBody>
          <a:bodyPr vert="horz" lIns="99075" tIns="49538" rIns="99075" bIns="49538" rtlCol="0" anchor="b"/>
          <a:lstStyle>
            <a:lvl1pPr algn="r">
              <a:defRPr sz="1300"/>
            </a:lvl1pPr>
          </a:lstStyle>
          <a:p>
            <a:fld id="{2DFD6A99-F84B-429E-8B93-D93C354EB505}" type="slidenum">
              <a:rPr kumimoji="1" lang="ja-JP" altLang="en-US" smtClean="0"/>
              <a:t>‹#›</a:t>
            </a:fld>
            <a:endParaRPr kumimoji="1" lang="ja-JP" altLang="en-US"/>
          </a:p>
        </p:txBody>
      </p:sp>
    </p:spTree>
    <p:extLst>
      <p:ext uri="{BB962C8B-B14F-4D97-AF65-F5344CB8AC3E}">
        <p14:creationId xmlns:p14="http://schemas.microsoft.com/office/powerpoint/2010/main" val="81834486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9DBEC-2C36-1BB2-9A7C-10A2B37358A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878303D-419E-9015-6F36-28E8740FD00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E84207F-CCC6-E45F-5FEE-AF18BA2A67B7}"/>
              </a:ext>
            </a:extLst>
          </p:cNvPr>
          <p:cNvSpPr>
            <a:spLocks noGrp="1"/>
          </p:cNvSpPr>
          <p:nvPr>
            <p:ph type="body" idx="1"/>
          </p:nvPr>
        </p:nvSpPr>
        <p:spPr/>
        <p:txBody>
          <a:bodyPr/>
          <a:lstStyle/>
          <a:p>
            <a:endParaRPr kumimoji="1" lang="ja-JP" altLang="ja-JP" sz="1200" kern="1200" dirty="0">
              <a:solidFill>
                <a:schemeClr val="tx1"/>
              </a:solidFill>
              <a:effectLst/>
              <a:highlight>
                <a:srgbClr val="1F1F1E"/>
              </a:highlight>
              <a:latin typeface="+mn-lt"/>
              <a:ea typeface="+mn-ea"/>
              <a:cs typeface="+mn-cs"/>
            </a:endParaRPr>
          </a:p>
        </p:txBody>
      </p:sp>
      <p:sp>
        <p:nvSpPr>
          <p:cNvPr id="4" name="スライド番号プレースホルダー 3">
            <a:extLst>
              <a:ext uri="{FF2B5EF4-FFF2-40B4-BE49-F238E27FC236}">
                <a16:creationId xmlns:a16="http://schemas.microsoft.com/office/drawing/2014/main" id="{A2B7DDCD-8F8E-5E31-734E-660E68D47EB7}"/>
              </a:ext>
            </a:extLst>
          </p:cNvPr>
          <p:cNvSpPr>
            <a:spLocks noGrp="1"/>
          </p:cNvSpPr>
          <p:nvPr>
            <p:ph type="sldNum" sz="quarter" idx="5"/>
          </p:nvPr>
        </p:nvSpPr>
        <p:spPr/>
        <p:txBody>
          <a:bodyPr/>
          <a:lstStyle/>
          <a:p>
            <a:fld id="{2DFD6A99-F84B-429E-8B93-D93C354EB505}" type="slidenum">
              <a:rPr kumimoji="1" lang="ja-JP" altLang="en-US" smtClean="0"/>
              <a:t>1</a:t>
            </a:fld>
            <a:endParaRPr kumimoji="1" lang="ja-JP" altLang="en-US"/>
          </a:p>
        </p:txBody>
      </p:sp>
    </p:spTree>
    <p:extLst>
      <p:ext uri="{BB962C8B-B14F-4D97-AF65-F5344CB8AC3E}">
        <p14:creationId xmlns:p14="http://schemas.microsoft.com/office/powerpoint/2010/main" val="41872070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defRPr/>
            </a:pPr>
            <a:r>
              <a:rPr kumimoji="1" lang="ja-JP" altLang="en-US" sz="1400" dirty="0"/>
              <a:t>【2枚目／24秒】相談したいこと</a:t>
            </a:r>
          </a:p>
          <a:p>
            <a:pPr>
              <a:defRPr/>
            </a:pPr>
            <a:r>
              <a:rPr kumimoji="1" lang="ja-JP" altLang="en-US" sz="1400" dirty="0"/>
              <a:t>作っていて一つ困ったことがあります。</a:t>
            </a:r>
          </a:p>
          <a:p>
            <a:pPr>
              <a:defRPr/>
            </a:pPr>
            <a:r>
              <a:rPr kumimoji="1" lang="ja-JP" altLang="en-US" sz="1400" dirty="0"/>
              <a:t>発表の中で、音に関する専門用語をどうしても出さないといけない場面がありました。</a:t>
            </a:r>
          </a:p>
          <a:p>
            <a:pPr>
              <a:defRPr/>
            </a:pPr>
            <a:r>
              <a:rPr kumimoji="1" lang="ja-JP" altLang="en-US" sz="1400" dirty="0"/>
              <a:t>モーラ、アクセント、フォルマントの3つです。</a:t>
            </a:r>
          </a:p>
          <a:p>
            <a:pPr>
              <a:defRPr/>
            </a:pPr>
            <a:r>
              <a:rPr kumimoji="1" lang="ja-JP" altLang="en-US" sz="1400" dirty="0"/>
              <a:t>対策として、そのことばが出てくる直前に、説明のスライドを1枚はさむ形にしました。</a:t>
            </a:r>
          </a:p>
          <a:p>
            <a:pPr>
              <a:defRPr/>
            </a:pPr>
            <a:r>
              <a:rPr kumimoji="1" lang="ja-JP" altLang="en-US" sz="1400" dirty="0"/>
              <a:t>ただ、その1枚で本当に伝わるかどうかは、自分たちでは判断しにくいと感じています。</a:t>
            </a:r>
          </a:p>
        </p:txBody>
      </p:sp>
      <p:sp>
        <p:nvSpPr>
          <p:cNvPr id="4" name="スライド番号プレースホルダー 3"/>
          <p:cNvSpPr>
            <a:spLocks noGrp="1"/>
          </p:cNvSpPr>
          <p:nvPr>
            <p:ph type="sldNum" sz="quarter" idx="10"/>
          </p:nvPr>
        </p:nvSpPr>
        <p:spPr/>
        <p:txBody>
          <a:bodyPr/>
          <a:lstStyle/>
          <a:p>
            <a:fld id="{7A9E1E52-1B0C-4B1E-9D0F-2C3A4B5C6D7E}" type="slidenum">
              <a:rPr kumimoji="1" lang="ja-JP" altLang="en-US" smtClean="0"/>
              <a:t>2</a:t>
            </a:fld>
            <a:endParaRPr kumimoji="1" lang="ja-JP"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defRPr/>
            </a:pPr>
            <a:r>
              <a:rPr kumimoji="1" lang="ja-JP" altLang="en-US" sz="1400" dirty="0"/>
              <a:t>【4枚目／18秒】確認したいこと</a:t>
            </a:r>
          </a:p>
          <a:p>
            <a:pPr>
              <a:defRPr/>
            </a:pPr>
            <a:r>
              <a:rPr kumimoji="1" lang="ja-JP" altLang="en-US" sz="1400" dirty="0"/>
              <a:t>見ていただきたいのは3点です。</a:t>
            </a:r>
          </a:p>
          <a:p>
            <a:pPr>
              <a:defRPr/>
            </a:pPr>
            <a:r>
              <a:rPr kumimoji="1" lang="ja-JP" altLang="en-US" sz="1400" dirty="0"/>
              <a:t>この1枚だけでモーラの意味が分かるか。おばさん／おばあさんの例が効いているか。</a:t>
            </a:r>
          </a:p>
          <a:p>
            <a:pPr>
              <a:defRPr/>
            </a:pPr>
            <a:r>
              <a:rPr kumimoji="1" lang="ja-JP" altLang="en-US" sz="1400" dirty="0"/>
              <a:t>説明の分量が多すぎないか、逆に足りないか。</a:t>
            </a:r>
          </a:p>
          <a:p>
            <a:pPr>
              <a:defRPr/>
            </a:pPr>
            <a:r>
              <a:rPr kumimoji="1" lang="ja-JP" altLang="en-US" sz="1400" dirty="0"/>
              <a:t>引っかかったところを教えていただけると助かります。</a:t>
            </a:r>
          </a:p>
          <a:p>
            <a:pPr>
              <a:defRPr/>
            </a:pPr>
            <a:r>
              <a:rPr kumimoji="1" lang="ja-JP" altLang="en-US" sz="1400" dirty="0"/>
              <a:t>---</a:t>
            </a:r>
          </a:p>
        </p:txBody>
      </p:sp>
      <p:sp>
        <p:nvSpPr>
          <p:cNvPr id="4" name="スライド番号プレースホルダー 3"/>
          <p:cNvSpPr>
            <a:spLocks noGrp="1"/>
          </p:cNvSpPr>
          <p:nvPr>
            <p:ph type="sldNum" sz="quarter" idx="10"/>
          </p:nvPr>
        </p:nvSpPr>
        <p:spPr/>
        <p:txBody>
          <a:bodyPr/>
          <a:lstStyle/>
          <a:p>
            <a:fld id="{7A9E1E52-1B0C-4B1E-9D0F-2C3A4B5C6D7E}" type="slidenum">
              <a:rPr kumimoji="1" lang="ja-JP" altLang="en-US" smtClean="0"/>
              <a:t>3</a:t>
            </a:fld>
            <a:endParaRPr kumimoji="1" lang="ja-JP"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defRPr/>
            </a:pPr>
            <a:r>
              <a:rPr kumimoji="1" lang="ja-JP" altLang="en-US" sz="1400" dirty="0"/>
              <a:t>【19枚目／20秒】モーラ</a:t>
            </a:r>
          </a:p>
          <a:p>
            <a:pPr>
              <a:defRPr/>
            </a:pPr>
            <a:r>
              <a:rPr kumimoji="1" lang="ja-JP" altLang="en-US" sz="1400" dirty="0"/>
              <a:t>ここでモーラということばが出てきます。</a:t>
            </a:r>
          </a:p>
          <a:p>
            <a:pPr>
              <a:defRPr/>
            </a:pPr>
            <a:r>
              <a:rPr kumimoji="1" lang="ja-JP" altLang="en-US" sz="1400" dirty="0"/>
              <a:t>日本語のリズムを数える単位で、かな1文字ぶんの長さにあたります。</a:t>
            </a:r>
          </a:p>
          <a:p>
            <a:pPr>
              <a:defRPr/>
            </a:pPr>
            <a:r>
              <a:rPr kumimoji="1" lang="ja-JP" altLang="en-US" sz="1400" dirty="0"/>
              <a:t>「がっこう」なら「が・っ・こ・う」で4つです。小さい「っ」や「ん」、のばす「ー」も</a:t>
            </a:r>
          </a:p>
          <a:p>
            <a:pPr>
              <a:defRPr/>
            </a:pPr>
            <a:r>
              <a:rPr kumimoji="1" lang="ja-JP" altLang="en-US" sz="1400" dirty="0"/>
              <a:t>1つ分として数えます。</a:t>
            </a:r>
          </a:p>
          <a:p>
            <a:pPr>
              <a:defRPr/>
            </a:pPr>
            <a:r>
              <a:rPr kumimoji="1" lang="ja-JP" altLang="en-US" sz="1400" dirty="0"/>
              <a:t>この長さがずれると別の言葉になります。</a:t>
            </a:r>
          </a:p>
          <a:p>
            <a:pPr>
              <a:defRPr/>
            </a:pPr>
            <a:r>
              <a:rPr kumimoji="1" lang="ja-JP" altLang="en-US" sz="1400" dirty="0"/>
              <a:t>「おばさん」は4つ、「おばあさん」は5つで、意味が変わってしまいます。</a:t>
            </a:r>
          </a:p>
        </p:txBody>
      </p:sp>
      <p:sp>
        <p:nvSpPr>
          <p:cNvPr id="4" name="スライド番号プレースホルダー 3"/>
          <p:cNvSpPr>
            <a:spLocks noGrp="1"/>
          </p:cNvSpPr>
          <p:nvPr>
            <p:ph type="sldNum" sz="quarter" idx="10"/>
          </p:nvPr>
        </p:nvSpPr>
        <p:spPr/>
        <p:txBody>
          <a:bodyPr/>
          <a:lstStyle/>
          <a:p>
            <a:fld id="{7A9E1E52-1B0C-4B1E-9D0F-2C3A4B5C6D7E}" type="slidenum">
              <a:rPr kumimoji="1" lang="ja-JP" altLang="en-US" smtClean="0"/>
              <a:t>4</a:t>
            </a:fld>
            <a:endParaRPr kumimoji="1"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8E10D62-C92A-4F1E-98D6-8AAD41AD50D4}"/>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3DA12759-84C9-4872-B09F-422C125F8F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pic>
        <p:nvPicPr>
          <p:cNvPr id="7" name="図 6">
            <a:extLst>
              <a:ext uri="{FF2B5EF4-FFF2-40B4-BE49-F238E27FC236}">
                <a16:creationId xmlns:a16="http://schemas.microsoft.com/office/drawing/2014/main" id="{6FB15B41-7374-4CC7-9109-47CF158D07C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3350" y="4947285"/>
            <a:ext cx="4562475" cy="1824990"/>
          </a:xfrm>
          <a:prstGeom prst="rect">
            <a:avLst/>
          </a:prstGeom>
        </p:spPr>
      </p:pic>
    </p:spTree>
    <p:extLst>
      <p:ext uri="{BB962C8B-B14F-4D97-AF65-F5344CB8AC3E}">
        <p14:creationId xmlns:p14="http://schemas.microsoft.com/office/powerpoint/2010/main" val="22930926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セクションレイアウト">
    <p:spTree>
      <p:nvGrpSpPr>
        <p:cNvPr id="1" name=""/>
        <p:cNvGrpSpPr/>
        <p:nvPr/>
      </p:nvGrpSpPr>
      <p:grpSpPr>
        <a:xfrm>
          <a:off x="0" y="0"/>
          <a:ext cx="0" cy="0"/>
          <a:chOff x="0" y="0"/>
          <a:chExt cx="0" cy="0"/>
        </a:xfrm>
      </p:grpSpPr>
      <p:sp>
        <p:nvSpPr>
          <p:cNvPr id="3" name="日付プレースホルダー 2">
            <a:extLst>
              <a:ext uri="{FF2B5EF4-FFF2-40B4-BE49-F238E27FC236}">
                <a16:creationId xmlns:a16="http://schemas.microsoft.com/office/drawing/2014/main" id="{12BB12E4-4FB4-403B-93B8-BB9D7FC9C0D5}"/>
              </a:ext>
            </a:extLst>
          </p:cNvPr>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4" name="フッター プレースホルダー 3">
            <a:extLst>
              <a:ext uri="{FF2B5EF4-FFF2-40B4-BE49-F238E27FC236}">
                <a16:creationId xmlns:a16="http://schemas.microsoft.com/office/drawing/2014/main" id="{63989B16-BB6F-4720-8B0E-61CAC0533C7B}"/>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B269366A-DF25-4519-BAC1-480D4D4D3751}"/>
              </a:ext>
            </a:extLst>
          </p:cNvPr>
          <p:cNvSpPr>
            <a:spLocks noGrp="1"/>
          </p:cNvSpPr>
          <p:nvPr>
            <p:ph type="sldNum" sz="quarter" idx="12"/>
          </p:nvPr>
        </p:nvSpPr>
        <p:spPr/>
        <p:txBody>
          <a:bodyPr/>
          <a:lstStyle/>
          <a:p>
            <a:fld id="{3E6C071F-0D9C-4209-B1B5-FDE6B10623E0}" type="slidenum">
              <a:rPr kumimoji="1" lang="ja-JP" altLang="en-US" smtClean="0"/>
              <a:t>‹#›</a:t>
            </a:fld>
            <a:endParaRPr kumimoji="1" lang="ja-JP" altLang="en-US"/>
          </a:p>
        </p:txBody>
      </p:sp>
      <p:sp>
        <p:nvSpPr>
          <p:cNvPr id="6" name="正方形/長方形 5">
            <a:extLst>
              <a:ext uri="{FF2B5EF4-FFF2-40B4-BE49-F238E27FC236}">
                <a16:creationId xmlns:a16="http://schemas.microsoft.com/office/drawing/2014/main" id="{84F8A609-CDB0-4A53-B415-41085FC3997F}"/>
              </a:ext>
            </a:extLst>
          </p:cNvPr>
          <p:cNvSpPr/>
          <p:nvPr userDrawn="1"/>
        </p:nvSpPr>
        <p:spPr>
          <a:xfrm>
            <a:off x="0" y="941546"/>
            <a:ext cx="12192000" cy="94456"/>
          </a:xfrm>
          <a:prstGeom prst="rect">
            <a:avLst/>
          </a:prstGeom>
          <a:gradFill flip="none" rotWithShape="1">
            <a:gsLst>
              <a:gs pos="50300">
                <a:srgbClr val="7191FB"/>
              </a:gs>
              <a:gs pos="0">
                <a:srgbClr val="003CFF"/>
              </a:gs>
              <a:gs pos="100000">
                <a:srgbClr val="E0E5F7">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D621C29B-1C6D-422E-8F84-C6A20BB72BBA}"/>
              </a:ext>
            </a:extLst>
          </p:cNvPr>
          <p:cNvSpPr>
            <a:spLocks noGrp="1"/>
          </p:cNvSpPr>
          <p:nvPr>
            <p:ph type="title"/>
          </p:nvPr>
        </p:nvSpPr>
        <p:spPr>
          <a:xfrm>
            <a:off x="76200" y="4643"/>
            <a:ext cx="10515600" cy="936904"/>
          </a:xfrm>
        </p:spPr>
        <p:txBody>
          <a:bodyPr/>
          <a:lstStyle/>
          <a:p>
            <a:r>
              <a:rPr kumimoji="1" lang="ja-JP" altLang="en-US"/>
              <a:t>マスター タイトルの書式設定</a:t>
            </a:r>
          </a:p>
        </p:txBody>
      </p:sp>
      <p:pic>
        <p:nvPicPr>
          <p:cNvPr id="7" name="図 6">
            <a:extLst>
              <a:ext uri="{FF2B5EF4-FFF2-40B4-BE49-F238E27FC236}">
                <a16:creationId xmlns:a16="http://schemas.microsoft.com/office/drawing/2014/main" id="{AD99C714-3F88-4772-B944-03EF6D78703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48925" y="115332"/>
            <a:ext cx="1743075" cy="697230"/>
          </a:xfrm>
          <a:prstGeom prst="rect">
            <a:avLst/>
          </a:prstGeom>
        </p:spPr>
      </p:pic>
    </p:spTree>
    <p:extLst>
      <p:ext uri="{BB962C8B-B14F-4D97-AF65-F5344CB8AC3E}">
        <p14:creationId xmlns:p14="http://schemas.microsoft.com/office/powerpoint/2010/main" val="4208300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セクションレイアウト_引用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30E7CD8-40FC-4276-9769-D0F74126EAF4}"/>
              </a:ext>
            </a:extLst>
          </p:cNvPr>
          <p:cNvSpPr>
            <a:spLocks noGrp="1"/>
          </p:cNvSpPr>
          <p:nvPr>
            <p:ph type="title"/>
          </p:nvPr>
        </p:nvSpPr>
        <p:spPr>
          <a:xfrm>
            <a:off x="76200" y="0"/>
            <a:ext cx="10515600" cy="941546"/>
          </a:xfrm>
        </p:spPr>
        <p:txBody>
          <a:bodyPr/>
          <a:lstStyle/>
          <a:p>
            <a:r>
              <a:rPr kumimoji="1" lang="ja-JP" altLang="en-US"/>
              <a:t>マスター タイトルの書式設定</a:t>
            </a:r>
          </a:p>
        </p:txBody>
      </p:sp>
      <p:sp>
        <p:nvSpPr>
          <p:cNvPr id="3" name="スライド番号プレースホルダー 2">
            <a:extLst>
              <a:ext uri="{FF2B5EF4-FFF2-40B4-BE49-F238E27FC236}">
                <a16:creationId xmlns:a16="http://schemas.microsoft.com/office/drawing/2014/main" id="{5DBCF50A-D14A-4AB8-AF69-317DB8320734}"/>
              </a:ext>
            </a:extLst>
          </p:cNvPr>
          <p:cNvSpPr>
            <a:spLocks noGrp="1"/>
          </p:cNvSpPr>
          <p:nvPr>
            <p:ph type="sldNum" sz="quarter" idx="10"/>
          </p:nvPr>
        </p:nvSpPr>
        <p:spPr/>
        <p:txBody>
          <a:bodyPr/>
          <a:lstStyle/>
          <a:p>
            <a:fld id="{3E6C071F-0D9C-4209-B1B5-FDE6B10623E0}" type="slidenum">
              <a:rPr lang="ja-JP" altLang="en-US" smtClean="0"/>
              <a:pPr/>
              <a:t>‹#›</a:t>
            </a:fld>
            <a:endParaRPr lang="ja-JP" altLang="en-US" dirty="0"/>
          </a:p>
        </p:txBody>
      </p:sp>
      <p:sp>
        <p:nvSpPr>
          <p:cNvPr id="4" name="正方形/長方形 3">
            <a:extLst>
              <a:ext uri="{FF2B5EF4-FFF2-40B4-BE49-F238E27FC236}">
                <a16:creationId xmlns:a16="http://schemas.microsoft.com/office/drawing/2014/main" id="{1CD32116-3149-4A79-AF49-7F7EC47A31CA}"/>
              </a:ext>
            </a:extLst>
          </p:cNvPr>
          <p:cNvSpPr/>
          <p:nvPr userDrawn="1"/>
        </p:nvSpPr>
        <p:spPr>
          <a:xfrm>
            <a:off x="0" y="941546"/>
            <a:ext cx="12192000" cy="94456"/>
          </a:xfrm>
          <a:prstGeom prst="rect">
            <a:avLst/>
          </a:prstGeom>
          <a:gradFill flip="none" rotWithShape="1">
            <a:gsLst>
              <a:gs pos="50300">
                <a:srgbClr val="7191FB"/>
              </a:gs>
              <a:gs pos="0">
                <a:srgbClr val="003CFF"/>
              </a:gs>
              <a:gs pos="100000">
                <a:srgbClr val="E0E5F7">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5" name="図 4">
            <a:extLst>
              <a:ext uri="{FF2B5EF4-FFF2-40B4-BE49-F238E27FC236}">
                <a16:creationId xmlns:a16="http://schemas.microsoft.com/office/drawing/2014/main" id="{80F0CA54-1FF0-4446-B8F6-4E9CA4FBD12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48925" y="115332"/>
            <a:ext cx="1743075" cy="697230"/>
          </a:xfrm>
          <a:prstGeom prst="rect">
            <a:avLst/>
          </a:prstGeom>
        </p:spPr>
      </p:pic>
      <p:cxnSp>
        <p:nvCxnSpPr>
          <p:cNvPr id="7" name="直線コネクタ 6">
            <a:extLst>
              <a:ext uri="{FF2B5EF4-FFF2-40B4-BE49-F238E27FC236}">
                <a16:creationId xmlns:a16="http://schemas.microsoft.com/office/drawing/2014/main" id="{0B2B1F7C-0E26-442F-8C28-A08ABD2F5E2E}"/>
              </a:ext>
            </a:extLst>
          </p:cNvPr>
          <p:cNvCxnSpPr>
            <a:cxnSpLocks/>
          </p:cNvCxnSpPr>
          <p:nvPr userDrawn="1"/>
        </p:nvCxnSpPr>
        <p:spPr>
          <a:xfrm>
            <a:off x="0" y="6029325"/>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10" name="テキスト プレースホルダー 9">
            <a:extLst>
              <a:ext uri="{FF2B5EF4-FFF2-40B4-BE49-F238E27FC236}">
                <a16:creationId xmlns:a16="http://schemas.microsoft.com/office/drawing/2014/main" id="{53F33C3A-E648-4AC6-A84A-D7699640E9AB}"/>
              </a:ext>
            </a:extLst>
          </p:cNvPr>
          <p:cNvSpPr>
            <a:spLocks noGrp="1"/>
          </p:cNvSpPr>
          <p:nvPr>
            <p:ph type="body" sz="quarter" idx="11"/>
          </p:nvPr>
        </p:nvSpPr>
        <p:spPr>
          <a:xfrm>
            <a:off x="76200" y="6029325"/>
            <a:ext cx="12039600" cy="828672"/>
          </a:xfrm>
        </p:spPr>
        <p:txBody>
          <a:bodyPr>
            <a:normAutofit/>
          </a:bodyPr>
          <a:lstStyle>
            <a:lvl1pPr>
              <a:defRPr sz="1400"/>
            </a:lvl1pPr>
            <a:lvl2pPr marL="457200" indent="0">
              <a:buNone/>
              <a:defRPr/>
            </a:lvl2pPr>
          </a:lstStyle>
          <a:p>
            <a:pPr lvl="0"/>
            <a:r>
              <a:rPr kumimoji="1" lang="ja-JP" altLang="en-US" dirty="0"/>
              <a:t>マスター テキストの書式設定</a:t>
            </a:r>
          </a:p>
        </p:txBody>
      </p:sp>
    </p:spTree>
    <p:extLst>
      <p:ext uri="{BB962C8B-B14F-4D97-AF65-F5344CB8AC3E}">
        <p14:creationId xmlns:p14="http://schemas.microsoft.com/office/powerpoint/2010/main" val="3824981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セクションレイアウト_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677B989D-4740-4A96-A8FE-30CCCA49F0C7}"/>
              </a:ext>
            </a:extLst>
          </p:cNvPr>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3" name="フッター プレースホルダー 2">
            <a:extLst>
              <a:ext uri="{FF2B5EF4-FFF2-40B4-BE49-F238E27FC236}">
                <a16:creationId xmlns:a16="http://schemas.microsoft.com/office/drawing/2014/main" id="{46A4F63D-54A3-4368-BDE4-8143D4E107CA}"/>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1B8AC74-6922-4AED-8284-190F413E73E8}"/>
              </a:ext>
            </a:extLst>
          </p:cNvPr>
          <p:cNvSpPr>
            <a:spLocks noGrp="1"/>
          </p:cNvSpPr>
          <p:nvPr>
            <p:ph type="sldNum" sz="quarter" idx="12"/>
          </p:nvPr>
        </p:nvSpPr>
        <p:spPr/>
        <p:txBody>
          <a:bodyPr/>
          <a:lstStyle/>
          <a:p>
            <a:fld id="{3E6C071F-0D9C-4209-B1B5-FDE6B10623E0}" type="slidenum">
              <a:rPr kumimoji="1" lang="ja-JP" altLang="en-US" smtClean="0"/>
              <a:t>‹#›</a:t>
            </a:fld>
            <a:endParaRPr kumimoji="1" lang="ja-JP" altLang="en-US"/>
          </a:p>
        </p:txBody>
      </p:sp>
      <p:pic>
        <p:nvPicPr>
          <p:cNvPr id="5" name="図 4">
            <a:extLst>
              <a:ext uri="{FF2B5EF4-FFF2-40B4-BE49-F238E27FC236}">
                <a16:creationId xmlns:a16="http://schemas.microsoft.com/office/drawing/2014/main" id="{C47FB028-DD22-426B-A01D-C63796C41AD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48925" y="115332"/>
            <a:ext cx="1743075" cy="697230"/>
          </a:xfrm>
          <a:prstGeom prst="rect">
            <a:avLst/>
          </a:prstGeom>
        </p:spPr>
      </p:pic>
    </p:spTree>
    <p:extLst>
      <p:ext uri="{BB962C8B-B14F-4D97-AF65-F5344CB8AC3E}">
        <p14:creationId xmlns:p14="http://schemas.microsoft.com/office/powerpoint/2010/main" val="11719368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レイアウト02">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13BC383-D445-46D7-A9BE-66B84569D823}"/>
              </a:ext>
            </a:extLst>
          </p:cNvPr>
          <p:cNvSpPr>
            <a:spLocks noGrp="1"/>
          </p:cNvSpPr>
          <p:nvPr>
            <p:ph type="title"/>
          </p:nvPr>
        </p:nvSpPr>
        <p:spPr>
          <a:xfrm>
            <a:off x="116712" y="1803585"/>
            <a:ext cx="10515600" cy="1325563"/>
          </a:xfrm>
        </p:spPr>
        <p:txBody>
          <a:bodyPr>
            <a:normAutofit/>
          </a:bodyPr>
          <a:lstStyle>
            <a:lvl1pPr>
              <a:defRPr sz="6000"/>
            </a:lvl1pPr>
          </a:lstStyle>
          <a:p>
            <a:r>
              <a:rPr kumimoji="1" lang="ja-JP" altLang="en-US" dirty="0"/>
              <a:t>マスター タイトルの書式設定</a:t>
            </a:r>
          </a:p>
        </p:txBody>
      </p:sp>
      <p:sp>
        <p:nvSpPr>
          <p:cNvPr id="4" name="正方形/長方形 3">
            <a:extLst>
              <a:ext uri="{FF2B5EF4-FFF2-40B4-BE49-F238E27FC236}">
                <a16:creationId xmlns:a16="http://schemas.microsoft.com/office/drawing/2014/main" id="{E456AA36-8927-46F0-B179-7AECE390502A}"/>
              </a:ext>
            </a:extLst>
          </p:cNvPr>
          <p:cNvSpPr/>
          <p:nvPr userDrawn="1"/>
        </p:nvSpPr>
        <p:spPr>
          <a:xfrm>
            <a:off x="0" y="3129148"/>
            <a:ext cx="12192000" cy="94456"/>
          </a:xfrm>
          <a:prstGeom prst="rect">
            <a:avLst/>
          </a:prstGeom>
          <a:gradFill flip="none" rotWithShape="1">
            <a:gsLst>
              <a:gs pos="0">
                <a:srgbClr val="270AFE"/>
              </a:gs>
              <a:gs pos="100000">
                <a:srgbClr val="E0E5F7">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プレースホルダー 5">
            <a:extLst>
              <a:ext uri="{FF2B5EF4-FFF2-40B4-BE49-F238E27FC236}">
                <a16:creationId xmlns:a16="http://schemas.microsoft.com/office/drawing/2014/main" id="{08117097-358B-4C92-A4F5-0ED0DE0D6632}"/>
              </a:ext>
            </a:extLst>
          </p:cNvPr>
          <p:cNvSpPr>
            <a:spLocks noGrp="1"/>
          </p:cNvSpPr>
          <p:nvPr>
            <p:ph type="body" sz="quarter" idx="11"/>
          </p:nvPr>
        </p:nvSpPr>
        <p:spPr>
          <a:xfrm>
            <a:off x="116712" y="3445608"/>
            <a:ext cx="10515600" cy="1860550"/>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pic>
        <p:nvPicPr>
          <p:cNvPr id="7" name="図 6">
            <a:extLst>
              <a:ext uri="{FF2B5EF4-FFF2-40B4-BE49-F238E27FC236}">
                <a16:creationId xmlns:a16="http://schemas.microsoft.com/office/drawing/2014/main" id="{DF76C799-F711-44C6-BC37-713FC45F0B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35847" y="4902199"/>
            <a:ext cx="4651378" cy="1860551"/>
          </a:xfrm>
          <a:prstGeom prst="rect">
            <a:avLst/>
          </a:prstGeom>
        </p:spPr>
      </p:pic>
    </p:spTree>
    <p:extLst>
      <p:ext uri="{BB962C8B-B14F-4D97-AF65-F5344CB8AC3E}">
        <p14:creationId xmlns:p14="http://schemas.microsoft.com/office/powerpoint/2010/main" val="121131268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B61AB44-B507-4BA8-A329-22D5654AEE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3977671-9D5B-45FB-BF41-47FCF4E2AB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6" name="スライド番号プレースホルダー 5">
            <a:extLst>
              <a:ext uri="{FF2B5EF4-FFF2-40B4-BE49-F238E27FC236}">
                <a16:creationId xmlns:a16="http://schemas.microsoft.com/office/drawing/2014/main" id="{1DE0CCD0-3AC3-49BA-9FD3-94611FB7B952}"/>
              </a:ext>
            </a:extLst>
          </p:cNvPr>
          <p:cNvSpPr>
            <a:spLocks noGrp="1"/>
          </p:cNvSpPr>
          <p:nvPr>
            <p:ph type="sldNum" sz="quarter" idx="4"/>
          </p:nvPr>
        </p:nvSpPr>
        <p:spPr>
          <a:xfrm>
            <a:off x="9372600" y="51594"/>
            <a:ext cx="2743200" cy="365125"/>
          </a:xfrm>
          <a:prstGeom prst="rect">
            <a:avLst/>
          </a:prstGeom>
        </p:spPr>
        <p:txBody>
          <a:bodyPr vert="horz" lIns="91440" tIns="45720" rIns="91440" bIns="45720" rtlCol="0" anchor="ctr"/>
          <a:lstStyle>
            <a:lvl1pPr algn="r">
              <a:defRPr sz="2400" b="1">
                <a:solidFill>
                  <a:schemeClr val="tx1"/>
                </a:solidFill>
                <a:latin typeface="+mj-ea"/>
                <a:ea typeface="+mj-ea"/>
              </a:defRPr>
            </a:lvl1pPr>
          </a:lstStyle>
          <a:p>
            <a:fld id="{3E6C071F-0D9C-4209-B1B5-FDE6B10623E0}" type="slidenum">
              <a:rPr lang="ja-JP" altLang="en-US" smtClean="0"/>
              <a:pPr/>
              <a:t>‹#›</a:t>
            </a:fld>
            <a:endParaRPr lang="ja-JP" altLang="en-US" dirty="0"/>
          </a:p>
        </p:txBody>
      </p:sp>
    </p:spTree>
    <p:extLst>
      <p:ext uri="{BB962C8B-B14F-4D97-AF65-F5344CB8AC3E}">
        <p14:creationId xmlns:p14="http://schemas.microsoft.com/office/powerpoint/2010/main" val="3170076339"/>
      </p:ext>
    </p:extLst>
  </p:cSld>
  <p:clrMap bg1="lt1" tx1="dk1" bg2="lt2" tx2="dk2" accent1="accent1" accent2="accent2" accent3="accent3" accent4="accent4" accent5="accent5" accent6="accent6" hlink="hlink" folHlink="folHlink"/>
  <p:sldLayoutIdLst>
    <p:sldLayoutId id="2147483649" r:id="rId1"/>
    <p:sldLayoutId id="2147483654" r:id="rId2"/>
    <p:sldLayoutId id="2147483657" r:id="rId3"/>
    <p:sldLayoutId id="2147483655" r:id="rId4"/>
    <p:sldLayoutId id="2147483656" r:id="rId5"/>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94C8B-D7B7-A606-C8B8-A83F2A8FD88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BB15E62-D77B-5471-4EE2-5A3294FD4E10}"/>
              </a:ext>
            </a:extLst>
          </p:cNvPr>
          <p:cNvSpPr>
            <a:spLocks noGrp="1"/>
          </p:cNvSpPr>
          <p:nvPr>
            <p:ph type="ctrTitle"/>
          </p:nvPr>
        </p:nvSpPr>
        <p:spPr>
          <a:xfrm>
            <a:off x="2469285" y="1013012"/>
            <a:ext cx="7253431" cy="2254101"/>
          </a:xfrm>
        </p:spPr>
        <p:txBody>
          <a:bodyPr>
            <a:normAutofit/>
          </a:bodyPr>
          <a:lstStyle/>
          <a:p>
            <a:r>
              <a:rPr kumimoji="1" lang="ja-JP" altLang="en-US" dirty="0"/>
              <a:t>研究室</a:t>
            </a:r>
            <a:r>
              <a:rPr kumimoji="1" lang="en-US" altLang="ja-JP" dirty="0"/>
              <a:t>mtg</a:t>
            </a:r>
            <a:br>
              <a:rPr kumimoji="1" lang="en-US" altLang="ja-JP" sz="1000" dirty="0"/>
            </a:br>
            <a:r>
              <a:rPr kumimoji="1" lang="ja-JP" altLang="en-US" sz="1000" dirty="0">
                <a:solidFill>
                  <a:schemeClr val="bg1"/>
                </a:solidFill>
              </a:rPr>
              <a:t>プロジェクトデザイン</a:t>
            </a:r>
            <a:r>
              <a:rPr kumimoji="1" lang="en-US" altLang="ja-JP" sz="1000" dirty="0">
                <a:solidFill>
                  <a:schemeClr val="bg1"/>
                </a:solidFill>
              </a:rPr>
              <a:t>Ⅲ</a:t>
            </a:r>
            <a:br>
              <a:rPr kumimoji="1" lang="en-US" altLang="ja-JP" dirty="0"/>
            </a:br>
            <a:r>
              <a:rPr kumimoji="1" lang="en-US" altLang="ja-JP" sz="4500" dirty="0"/>
              <a:t>- </a:t>
            </a:r>
            <a:r>
              <a:rPr kumimoji="1" lang="ja-JP" altLang="en-US" sz="4500" dirty="0"/>
              <a:t>個人報告 </a:t>
            </a:r>
            <a:r>
              <a:rPr kumimoji="1" lang="en-US" altLang="ja-JP" sz="4500" dirty="0"/>
              <a:t>-</a:t>
            </a:r>
            <a:endParaRPr kumimoji="1" lang="ja-JP" altLang="en-US" sz="4500" dirty="0"/>
          </a:p>
        </p:txBody>
      </p:sp>
      <p:sp>
        <p:nvSpPr>
          <p:cNvPr id="3" name="字幕 2">
            <a:extLst>
              <a:ext uri="{FF2B5EF4-FFF2-40B4-BE49-F238E27FC236}">
                <a16:creationId xmlns:a16="http://schemas.microsoft.com/office/drawing/2014/main" id="{A36AD69F-1B48-4880-2C0B-26362FE3DA22}"/>
              </a:ext>
            </a:extLst>
          </p:cNvPr>
          <p:cNvSpPr>
            <a:spLocks noGrp="1"/>
          </p:cNvSpPr>
          <p:nvPr>
            <p:ph type="subTitle" idx="1"/>
          </p:nvPr>
        </p:nvSpPr>
        <p:spPr>
          <a:xfrm>
            <a:off x="3868074" y="3832411"/>
            <a:ext cx="4455852" cy="1196789"/>
          </a:xfrm>
        </p:spPr>
        <p:txBody>
          <a:bodyPr vert="horz" lIns="91440" tIns="45720" rIns="91440" bIns="45720" rtlCol="0" anchor="t">
            <a:normAutofit/>
          </a:bodyPr>
          <a:lstStyle/>
          <a:p>
            <a:r>
              <a:rPr lang="en-US" sz="3000" dirty="0">
                <a:ea typeface="+mn-lt"/>
                <a:cs typeface="+mn-lt"/>
              </a:rPr>
              <a:t>SP-PS</a:t>
            </a:r>
          </a:p>
          <a:p>
            <a:r>
              <a:rPr lang="en-US" altLang="ja-JP" sz="3000" dirty="0">
                <a:ea typeface="+mn-lt"/>
                <a:cs typeface="+mn-lt"/>
              </a:rPr>
              <a:t>4EP1-064 前田　侑輝</a:t>
            </a:r>
            <a:endParaRPr lang="ja-JP" altLang="en-US" sz="3000" dirty="0">
              <a:ea typeface="+mn-lt"/>
              <a:cs typeface="+mn-lt"/>
            </a:endParaRPr>
          </a:p>
          <a:p>
            <a:endParaRPr lang="en-US" altLang="ja-JP" sz="3000" dirty="0">
              <a:ea typeface="ＭＳ ゴシック"/>
            </a:endParaRPr>
          </a:p>
        </p:txBody>
      </p:sp>
    </p:spTree>
    <p:extLst>
      <p:ext uri="{BB962C8B-B14F-4D97-AF65-F5344CB8AC3E}">
        <p14:creationId xmlns:p14="http://schemas.microsoft.com/office/powerpoint/2010/main" val="362915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23FB1-A29C-0C99-1501-D383EFCC2D8D}"/>
            </a:ext>
          </a:extLst>
        </p:cNvPr>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7D9119C4-91C4-CEB9-A7CF-C71364E2B867}"/>
              </a:ext>
            </a:extLst>
          </p:cNvPr>
          <p:cNvSpPr>
            <a:spLocks noGrp="1"/>
          </p:cNvSpPr>
          <p:nvPr>
            <p:ph type="sldNum" sz="quarter" idx="12"/>
          </p:nvPr>
        </p:nvSpPr>
        <p:spPr/>
        <p:txBody>
          <a:bodyPr/>
          <a:lstStyle/>
          <a:p>
            <a:fld id="{3E6C071F-0D9C-4209-B1B5-FDE6B10623E0}" type="slidenum">
              <a:rPr kumimoji="1" lang="ja-JP" altLang="en-US" smtClean="0"/>
              <a:t>1</a:t>
            </a:fld>
            <a:endParaRPr kumimoji="1" lang="ja-JP" altLang="en-US"/>
          </a:p>
        </p:txBody>
      </p:sp>
      <p:sp>
        <p:nvSpPr>
          <p:cNvPr id="6" name="タイトル 5">
            <a:extLst>
              <a:ext uri="{FF2B5EF4-FFF2-40B4-BE49-F238E27FC236}">
                <a16:creationId xmlns:a16="http://schemas.microsoft.com/office/drawing/2014/main" id="{FE9D1347-8D2C-E689-BC2F-5A0F7A5D6D65}"/>
              </a:ext>
            </a:extLst>
          </p:cNvPr>
          <p:cNvSpPr>
            <a:spLocks noGrp="1"/>
          </p:cNvSpPr>
          <p:nvPr>
            <p:ph type="title"/>
          </p:nvPr>
        </p:nvSpPr>
        <p:spPr/>
        <p:txBody>
          <a:bodyPr>
            <a:normAutofit/>
          </a:bodyPr>
          <a:lstStyle/>
          <a:p>
            <a:r>
              <a:rPr lang="ja-JP" altLang="en-US" sz="3500" dirty="0"/>
              <a:t> 実施内容</a:t>
            </a:r>
          </a:p>
        </p:txBody>
      </p:sp>
      <p:sp>
        <p:nvSpPr>
          <p:cNvPr id="2" name="テキスト ボックス 1">
            <a:extLst>
              <a:ext uri="{FF2B5EF4-FFF2-40B4-BE49-F238E27FC236}">
                <a16:creationId xmlns:a16="http://schemas.microsoft.com/office/drawing/2014/main" id="{FFB297BD-A4CA-8815-E9E1-2AE019A573AB}"/>
              </a:ext>
            </a:extLst>
          </p:cNvPr>
          <p:cNvSpPr txBox="1"/>
          <p:nvPr/>
        </p:nvSpPr>
        <p:spPr>
          <a:xfrm>
            <a:off x="486253" y="4184601"/>
            <a:ext cx="1210588" cy="1323439"/>
          </a:xfrm>
          <a:prstGeom prst="rect">
            <a:avLst/>
          </a:prstGeom>
          <a:noFill/>
        </p:spPr>
        <p:txBody>
          <a:bodyPr wrap="square" lIns="91440" tIns="45720" rIns="91440" bIns="45720" rtlCol="0" anchor="t">
            <a:spAutoFit/>
          </a:bodyPr>
          <a:lstStyle/>
          <a:p>
            <a:r>
              <a:rPr lang="en-US" altLang="ja-JP" sz="8000" dirty="0"/>
              <a:t>02</a:t>
            </a:r>
            <a:endParaRPr kumimoji="1" lang="ja-JP" altLang="en-US" sz="8000" dirty="0"/>
          </a:p>
        </p:txBody>
      </p:sp>
      <p:sp>
        <p:nvSpPr>
          <p:cNvPr id="5" name="正方形/長方形 4">
            <a:extLst>
              <a:ext uri="{FF2B5EF4-FFF2-40B4-BE49-F238E27FC236}">
                <a16:creationId xmlns:a16="http://schemas.microsoft.com/office/drawing/2014/main" id="{5EFD0764-F1D6-FFCF-A6BB-3447265870A4}"/>
              </a:ext>
            </a:extLst>
          </p:cNvPr>
          <p:cNvSpPr/>
          <p:nvPr/>
        </p:nvSpPr>
        <p:spPr>
          <a:xfrm>
            <a:off x="1696841" y="4184601"/>
            <a:ext cx="113625" cy="1991444"/>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37ECCBC8-0E64-AD8E-3A1E-A49D16E33B17}"/>
              </a:ext>
            </a:extLst>
          </p:cNvPr>
          <p:cNvSpPr/>
          <p:nvPr/>
        </p:nvSpPr>
        <p:spPr>
          <a:xfrm>
            <a:off x="1810466" y="4184601"/>
            <a:ext cx="9349058" cy="1981147"/>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endParaRPr lang="en-US" altLang="ja-JP" sz="2600" b="1" dirty="0">
              <a:solidFill>
                <a:schemeClr val="tx1"/>
              </a:solidFill>
            </a:endParaRPr>
          </a:p>
          <a:p>
            <a:r>
              <a:rPr lang="ja-JP" altLang="en-US" sz="2600" b="1">
                <a:solidFill>
                  <a:schemeClr val="tx1"/>
                </a:solidFill>
              </a:rPr>
              <a:t>　</a:t>
            </a:r>
            <a:r>
              <a:rPr lang="ja-JP" sz="3600" b="1">
                <a:solidFill>
                  <a:srgbClr val="203864"/>
                </a:solidFill>
                <a:latin typeface="MS PGothic"/>
                <a:ea typeface="MS PGothic"/>
              </a:rPr>
              <a:t>PDⅢ 中間報告の発表資料と原稿</a:t>
            </a:r>
            <a:r>
              <a:rPr lang="ja-JP" altLang="en-US" sz="3600" b="1">
                <a:solidFill>
                  <a:srgbClr val="203864"/>
                </a:solidFill>
                <a:latin typeface="MS PGothic"/>
                <a:ea typeface="MS PGothic"/>
              </a:rPr>
              <a:t>の作成</a:t>
            </a:r>
            <a:endParaRPr lang="en-US" altLang="ja-JP" sz="3600" b="1">
              <a:solidFill>
                <a:schemeClr val="tx1"/>
              </a:solidFill>
              <a:latin typeface="ＭＳ Ｐゴシック"/>
              <a:ea typeface="ＭＳ ゴシック"/>
            </a:endParaRPr>
          </a:p>
          <a:p>
            <a:endParaRPr lang="ja-JP" altLang="en-US" sz="1100" b="1" dirty="0">
              <a:solidFill>
                <a:srgbClr val="203864"/>
              </a:solidFill>
              <a:latin typeface="MS PGothic"/>
              <a:ea typeface="MS PGothic"/>
            </a:endParaRPr>
          </a:p>
          <a:p>
            <a:r>
              <a:rPr lang="ja-JP" altLang="en-US" sz="2800" b="1">
                <a:solidFill>
                  <a:srgbClr val="203864"/>
                </a:solidFill>
                <a:latin typeface="MS PGothic"/>
                <a:ea typeface="MS PGothic"/>
              </a:rPr>
              <a:t>  チームメンバーの意見を聞きながらまとめている最中</a:t>
            </a:r>
          </a:p>
          <a:p>
            <a:endParaRPr lang="ja-JP" altLang="en-US" sz="2100" b="1" dirty="0">
              <a:solidFill>
                <a:schemeClr val="tx1">
                  <a:lumMod val="50000"/>
                  <a:lumOff val="50000"/>
                </a:schemeClr>
              </a:solidFill>
            </a:endParaRPr>
          </a:p>
        </p:txBody>
      </p:sp>
      <p:sp>
        <p:nvSpPr>
          <p:cNvPr id="3" name="テキスト ボックス 2">
            <a:extLst>
              <a:ext uri="{FF2B5EF4-FFF2-40B4-BE49-F238E27FC236}">
                <a16:creationId xmlns:a16="http://schemas.microsoft.com/office/drawing/2014/main" id="{EAFC30B0-218E-1AB1-6273-274244F1BBF8}"/>
              </a:ext>
            </a:extLst>
          </p:cNvPr>
          <p:cNvSpPr txBox="1"/>
          <p:nvPr/>
        </p:nvSpPr>
        <p:spPr>
          <a:xfrm>
            <a:off x="496550" y="1672060"/>
            <a:ext cx="1210588" cy="1323439"/>
          </a:xfrm>
          <a:prstGeom prst="rect">
            <a:avLst/>
          </a:prstGeom>
          <a:noFill/>
        </p:spPr>
        <p:txBody>
          <a:bodyPr wrap="square" rtlCol="0">
            <a:spAutoFit/>
          </a:bodyPr>
          <a:lstStyle/>
          <a:p>
            <a:r>
              <a:rPr kumimoji="1" lang="en-US" altLang="ja-JP" sz="8000" dirty="0"/>
              <a:t>01</a:t>
            </a:r>
            <a:endParaRPr kumimoji="1" lang="ja-JP" altLang="en-US" sz="8000" dirty="0"/>
          </a:p>
        </p:txBody>
      </p:sp>
      <p:sp>
        <p:nvSpPr>
          <p:cNvPr id="7" name="正方形/長方形 6">
            <a:extLst>
              <a:ext uri="{FF2B5EF4-FFF2-40B4-BE49-F238E27FC236}">
                <a16:creationId xmlns:a16="http://schemas.microsoft.com/office/drawing/2014/main" id="{9ED13A45-7674-3EF5-FAD7-512186AC1C3F}"/>
              </a:ext>
            </a:extLst>
          </p:cNvPr>
          <p:cNvSpPr/>
          <p:nvPr/>
        </p:nvSpPr>
        <p:spPr>
          <a:xfrm>
            <a:off x="1707138" y="1672060"/>
            <a:ext cx="113625" cy="1991444"/>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5EFF7BAC-BFF9-A30B-6E25-366B3A0FE7D8}"/>
              </a:ext>
            </a:extLst>
          </p:cNvPr>
          <p:cNvSpPr/>
          <p:nvPr/>
        </p:nvSpPr>
        <p:spPr>
          <a:xfrm>
            <a:off x="1820763" y="1672060"/>
            <a:ext cx="9349058" cy="1981147"/>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endParaRPr lang="en-US" altLang="ja-JP" sz="2600" b="1" dirty="0">
              <a:solidFill>
                <a:schemeClr val="tx1"/>
              </a:solidFill>
            </a:endParaRPr>
          </a:p>
          <a:p>
            <a:r>
              <a:rPr lang="ja-JP" altLang="en-US" sz="3600" b="1">
                <a:solidFill>
                  <a:srgbClr val="203864"/>
                </a:solidFill>
                <a:latin typeface="MS PGothic"/>
                <a:ea typeface="MS PGothic"/>
              </a:rPr>
              <a:t> 合同セミナーの振り返り</a:t>
            </a:r>
          </a:p>
          <a:p>
            <a:endParaRPr lang="ja-JP" altLang="en-US" sz="1100" b="1" dirty="0">
              <a:solidFill>
                <a:srgbClr val="203864"/>
              </a:solidFill>
              <a:latin typeface="MS PGothic"/>
              <a:ea typeface="MS PGothic"/>
            </a:endParaRPr>
          </a:p>
          <a:p>
            <a:r>
              <a:rPr lang="ja-JP" altLang="en-US" sz="2800" b="1">
                <a:solidFill>
                  <a:srgbClr val="203864"/>
                </a:solidFill>
                <a:latin typeface="MS PGothic"/>
                <a:ea typeface="MS PGothic"/>
              </a:rPr>
              <a:t>  QAシートの内容をもとに中間報告資料への反映</a:t>
            </a:r>
          </a:p>
          <a:p>
            <a:endParaRPr lang="ja-JP" altLang="en-US" sz="2100" b="1" dirty="0">
              <a:solidFill>
                <a:schemeClr val="tx1">
                  <a:lumMod val="50000"/>
                  <a:lumOff val="50000"/>
                </a:schemeClr>
              </a:solidFill>
            </a:endParaRPr>
          </a:p>
        </p:txBody>
      </p:sp>
    </p:spTree>
    <p:extLst>
      <p:ext uri="{BB962C8B-B14F-4D97-AF65-F5344CB8AC3E}">
        <p14:creationId xmlns:p14="http://schemas.microsoft.com/office/powerpoint/2010/main" val="13313193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図形 114"/>
          <p:cNvSpPr/>
          <p:nvPr/>
        </p:nvSpPr>
        <p:spPr>
          <a:xfrm>
            <a:off x="219456" y="274320"/>
            <a:ext cx="96012" cy="457200"/>
          </a:xfrm>
          <a:prstGeom prst="rect">
            <a:avLst/>
          </a:prstGeom>
          <a:solidFill>
            <a:srgbClr val="203864"/>
          </a:solidFill>
          <a:ln>
            <a:noFill/>
          </a:ln>
        </p:spPr>
        <p:txBody>
          <a:bodyPr wrap="square" lIns="109728" tIns="45720" rIns="109728" bIns="45720" rtlCol="0" anchor="ctr">
            <a:noAutofit/>
          </a:bodyPr>
          <a:lstStyle/>
          <a:p>
            <a:pPr algn="ctr"/>
            <a:endParaRPr lang="ja-JP"/>
          </a:p>
        </p:txBody>
      </p:sp>
      <p:sp>
        <p:nvSpPr>
          <p:cNvPr id="115" name="テキスト ボックス 115"/>
          <p:cNvSpPr txBox="1"/>
          <p:nvPr/>
        </p:nvSpPr>
        <p:spPr>
          <a:xfrm>
            <a:off x="502920" y="54864"/>
            <a:ext cx="9555480" cy="841248"/>
          </a:xfrm>
          <a:prstGeom prst="rect">
            <a:avLst/>
          </a:prstGeom>
          <a:noFill/>
        </p:spPr>
        <p:txBody>
          <a:bodyPr wrap="square" lIns="0" tIns="0" rIns="0" bIns="0" rtlCol="0" anchor="ctr">
            <a:noAutofit/>
          </a:bodyPr>
          <a:lstStyle/>
          <a:p>
            <a:pPr algn="l">
              <a:lnSpc>
                <a:spcPct val="100000"/>
              </a:lnSpc>
              <a:buNone/>
            </a:pPr>
            <a:r>
              <a:rPr kumimoji="1" lang="ja-JP" altLang="en-US" sz="3000" b="1" dirty="0">
                <a:solidFill>
                  <a:srgbClr val="203864"/>
                </a:solidFill>
                <a:latin typeface="MS PGothic"/>
                <a:ea typeface="MS PGothic"/>
              </a:rPr>
              <a:t>相談したいこと</a:t>
            </a:r>
          </a:p>
        </p:txBody>
      </p:sp>
      <p:sp>
        <p:nvSpPr>
          <p:cNvPr id="116" name="スライド番号プレースホルダー 116"/>
          <p:cNvSpPr>
            <a:spLocks noGrp="1"/>
          </p:cNvSpPr>
          <p:nvPr>
            <p:ph type="sldNum" sz="quarter" idx="12"/>
          </p:nvPr>
        </p:nvSpPr>
        <p:spPr/>
        <p:txBody>
          <a:bodyPr/>
          <a:lstStyle/>
          <a:p>
            <a:fld id="{3E6C071F-0D9C-4209-B1B5-FDE6B10623E0}" type="slidenum">
              <a:rPr kumimoji="1" lang="ja-JP" altLang="en-US" smtClean="0"/>
              <a:t>2</a:t>
            </a:fld>
            <a:endParaRPr kumimoji="1" lang="ja-JP" altLang="en-US"/>
          </a:p>
        </p:txBody>
      </p:sp>
      <p:sp>
        <p:nvSpPr>
          <p:cNvPr id="117" name="図形 117"/>
          <p:cNvSpPr/>
          <p:nvPr/>
        </p:nvSpPr>
        <p:spPr>
          <a:xfrm>
            <a:off x="502920" y="1188720"/>
            <a:ext cx="11183112" cy="1060704"/>
          </a:xfrm>
          <a:prstGeom prst="rect">
            <a:avLst/>
          </a:prstGeom>
          <a:solidFill>
            <a:srgbClr val="F3F4F6"/>
          </a:solidFill>
          <a:ln>
            <a:noFill/>
          </a:ln>
        </p:spPr>
        <p:txBody>
          <a:bodyPr wrap="square" lIns="109728" tIns="45720" rIns="109728" bIns="45720" rtlCol="0" anchor="ctr">
            <a:noAutofit/>
          </a:bodyPr>
          <a:lstStyle/>
          <a:p>
            <a:pPr algn="ctr"/>
            <a:endParaRPr lang="ja-JP"/>
          </a:p>
        </p:txBody>
      </p:sp>
      <p:sp>
        <p:nvSpPr>
          <p:cNvPr id="118" name="図形 118"/>
          <p:cNvSpPr/>
          <p:nvPr/>
        </p:nvSpPr>
        <p:spPr>
          <a:xfrm>
            <a:off x="502920" y="1188720"/>
            <a:ext cx="96012" cy="1060704"/>
          </a:xfrm>
          <a:prstGeom prst="rect">
            <a:avLst/>
          </a:prstGeom>
          <a:solidFill>
            <a:srgbClr val="203864"/>
          </a:solidFill>
          <a:ln>
            <a:noFill/>
          </a:ln>
        </p:spPr>
        <p:txBody>
          <a:bodyPr wrap="square" lIns="109728" tIns="45720" rIns="109728" bIns="45720" rtlCol="0" anchor="ctr">
            <a:noAutofit/>
          </a:bodyPr>
          <a:lstStyle/>
          <a:p>
            <a:pPr algn="ctr"/>
            <a:endParaRPr lang="ja-JP"/>
          </a:p>
        </p:txBody>
      </p:sp>
      <p:sp>
        <p:nvSpPr>
          <p:cNvPr id="119" name="テキスト ボックス 119"/>
          <p:cNvSpPr txBox="1"/>
          <p:nvPr/>
        </p:nvSpPr>
        <p:spPr>
          <a:xfrm>
            <a:off x="841248" y="1188720"/>
            <a:ext cx="10661904" cy="1060704"/>
          </a:xfrm>
          <a:prstGeom prst="rect">
            <a:avLst/>
          </a:prstGeom>
          <a:noFill/>
        </p:spPr>
        <p:txBody>
          <a:bodyPr wrap="square" lIns="0" tIns="0" rIns="0" bIns="0" rtlCol="0" anchor="ctr">
            <a:noAutofit/>
          </a:bodyPr>
          <a:lstStyle/>
          <a:p>
            <a:pPr algn="l">
              <a:lnSpc>
                <a:spcPct val="118000"/>
              </a:lnSpc>
              <a:buNone/>
            </a:pPr>
            <a:r>
              <a:rPr kumimoji="1" lang="ja-JP" altLang="en-US" sz="3100" b="1" dirty="0">
                <a:solidFill>
                  <a:srgbClr val="203864"/>
                </a:solidFill>
                <a:latin typeface="MS PGothic"/>
                <a:ea typeface="MS PGothic"/>
              </a:rPr>
              <a:t>音の専門用語を出さざるを得ない場面があります</a:t>
            </a:r>
          </a:p>
        </p:txBody>
      </p:sp>
      <p:sp>
        <p:nvSpPr>
          <p:cNvPr id="120" name="図形 120"/>
          <p:cNvSpPr/>
          <p:nvPr/>
        </p:nvSpPr>
        <p:spPr>
          <a:xfrm>
            <a:off x="502920" y="2615184"/>
            <a:ext cx="11183112" cy="1481328"/>
          </a:xfrm>
          <a:prstGeom prst="roundRect">
            <a:avLst>
              <a:gd name="adj" fmla="val 9876"/>
            </a:avLst>
          </a:prstGeom>
          <a:solidFill>
            <a:srgbClr val="F5F8FD"/>
          </a:solidFill>
          <a:ln w="15875">
            <a:solidFill>
              <a:srgbClr val="D5DCE6"/>
            </a:solidFill>
          </a:ln>
          <a:effectLst>
            <a:outerShdw blurRad="57150" dist="19050" dir="5400000" rotWithShape="0">
              <a:srgbClr val="16294A">
                <a:alpha val="13000"/>
              </a:srgbClr>
            </a:outerShdw>
          </a:effectLst>
        </p:spPr>
        <p:txBody>
          <a:bodyPr wrap="square" lIns="109728" tIns="45720" rIns="109728" bIns="45720" rtlCol="0" anchor="ctr">
            <a:noAutofit/>
          </a:bodyPr>
          <a:lstStyle/>
          <a:p>
            <a:pPr algn="ctr"/>
            <a:endParaRPr lang="ja-JP"/>
          </a:p>
        </p:txBody>
      </p:sp>
      <p:sp>
        <p:nvSpPr>
          <p:cNvPr id="121" name="テキスト ボックス 121"/>
          <p:cNvSpPr txBox="1"/>
          <p:nvPr/>
        </p:nvSpPr>
        <p:spPr>
          <a:xfrm>
            <a:off x="832104" y="2743200"/>
            <a:ext cx="10524744" cy="1225296"/>
          </a:xfrm>
          <a:prstGeom prst="rect">
            <a:avLst/>
          </a:prstGeom>
          <a:noFill/>
        </p:spPr>
        <p:txBody>
          <a:bodyPr wrap="square" lIns="0" tIns="0" rIns="0" bIns="0" rtlCol="0" anchor="ctr">
            <a:noAutofit/>
          </a:bodyPr>
          <a:lstStyle/>
          <a:p>
            <a:pPr algn="l">
              <a:lnSpc>
                <a:spcPct val="110000"/>
              </a:lnSpc>
              <a:buNone/>
            </a:pPr>
            <a:r>
              <a:rPr kumimoji="1" lang="ja-JP" altLang="en-US" sz="3000" b="1" dirty="0">
                <a:solidFill>
                  <a:srgbClr val="203864"/>
                </a:solidFill>
                <a:latin typeface="MS PGothic"/>
                <a:ea typeface="MS PGothic"/>
              </a:rPr>
              <a:t>資料に出てくることば</a:t>
            </a:r>
          </a:p>
          <a:p>
            <a:pPr algn="l">
              <a:lnSpc>
                <a:spcPct val="112000"/>
              </a:lnSpc>
              <a:spcBef>
                <a:spcPts val="800"/>
              </a:spcBef>
              <a:buNone/>
            </a:pPr>
            <a:r>
              <a:rPr kumimoji="1" lang="ja-JP" altLang="en-US" sz="3000" dirty="0">
                <a:solidFill>
                  <a:srgbClr val="17253C"/>
                </a:solidFill>
                <a:latin typeface="MS PGothic"/>
                <a:ea typeface="MS PGothic"/>
              </a:rPr>
              <a:t>モーラ ／ アクセント ／ フォルマント</a:t>
            </a:r>
          </a:p>
        </p:txBody>
      </p:sp>
      <p:sp>
        <p:nvSpPr>
          <p:cNvPr id="122" name="図形 122"/>
          <p:cNvSpPr/>
          <p:nvPr/>
        </p:nvSpPr>
        <p:spPr>
          <a:xfrm>
            <a:off x="502920" y="4242816"/>
            <a:ext cx="11183112" cy="1225296"/>
          </a:xfrm>
          <a:prstGeom prst="roundRect">
            <a:avLst>
              <a:gd name="adj" fmla="val 11940"/>
            </a:avLst>
          </a:prstGeom>
          <a:solidFill>
            <a:srgbClr val="FFFFFF"/>
          </a:solidFill>
          <a:ln w="15875">
            <a:solidFill>
              <a:srgbClr val="D5DCE6"/>
            </a:solidFill>
          </a:ln>
          <a:effectLst>
            <a:outerShdw blurRad="57150" dist="19050" dir="5400000" rotWithShape="0">
              <a:srgbClr val="16294A">
                <a:alpha val="13000"/>
              </a:srgbClr>
            </a:outerShdw>
          </a:effectLst>
        </p:spPr>
        <p:txBody>
          <a:bodyPr wrap="square" lIns="109728" tIns="45720" rIns="109728" bIns="45720" rtlCol="0" anchor="ctr">
            <a:noAutofit/>
          </a:bodyPr>
          <a:lstStyle/>
          <a:p>
            <a:pPr algn="ctr"/>
            <a:endParaRPr lang="ja-JP"/>
          </a:p>
        </p:txBody>
      </p:sp>
      <p:sp>
        <p:nvSpPr>
          <p:cNvPr id="123" name="テキスト ボックス 123"/>
          <p:cNvSpPr txBox="1"/>
          <p:nvPr/>
        </p:nvSpPr>
        <p:spPr>
          <a:xfrm>
            <a:off x="832104" y="4370832"/>
            <a:ext cx="10524744" cy="969264"/>
          </a:xfrm>
          <a:prstGeom prst="rect">
            <a:avLst/>
          </a:prstGeom>
          <a:noFill/>
        </p:spPr>
        <p:txBody>
          <a:bodyPr wrap="square" lIns="0" tIns="0" rIns="0" bIns="0" rtlCol="0" anchor="ctr">
            <a:noAutofit/>
          </a:bodyPr>
          <a:lstStyle/>
          <a:p>
            <a:pPr algn="l">
              <a:lnSpc>
                <a:spcPct val="110000"/>
              </a:lnSpc>
              <a:buNone/>
            </a:pPr>
            <a:r>
              <a:rPr kumimoji="1" lang="ja-JP" altLang="en-US" sz="2600" b="1" dirty="0">
                <a:solidFill>
                  <a:srgbClr val="203864"/>
                </a:solidFill>
                <a:latin typeface="MS PGothic"/>
                <a:ea typeface="MS PGothic"/>
              </a:rPr>
              <a:t>入れた対策</a:t>
            </a:r>
          </a:p>
          <a:p>
            <a:pPr algn="l">
              <a:lnSpc>
                <a:spcPct val="112000"/>
              </a:lnSpc>
              <a:spcBef>
                <a:spcPts val="800"/>
              </a:spcBef>
              <a:buNone/>
            </a:pPr>
            <a:r>
              <a:rPr kumimoji="1" lang="ja-JP" altLang="en-US" sz="2600" dirty="0">
                <a:solidFill>
                  <a:srgbClr val="17253C"/>
                </a:solidFill>
                <a:latin typeface="MS PGothic"/>
                <a:ea typeface="MS PGothic"/>
              </a:rPr>
              <a:t>そのことばが出てくる直前に、説明のスライドを1枚はさむ</a:t>
            </a:r>
          </a:p>
        </p:txBody>
      </p:sp>
      <p:sp>
        <p:nvSpPr>
          <p:cNvPr id="124" name="図形 124"/>
          <p:cNvSpPr/>
          <p:nvPr/>
        </p:nvSpPr>
        <p:spPr>
          <a:xfrm>
            <a:off x="502920" y="5687568"/>
            <a:ext cx="11183112" cy="859536"/>
          </a:xfrm>
          <a:prstGeom prst="roundRect">
            <a:avLst>
              <a:gd name="adj" fmla="val 14893"/>
            </a:avLst>
          </a:prstGeom>
          <a:gradFill rotWithShape="1">
            <a:gsLst>
              <a:gs pos="0">
                <a:srgbClr val="27467A"/>
              </a:gs>
              <a:gs pos="100000">
                <a:srgbClr val="1B3159"/>
              </a:gs>
            </a:gsLst>
            <a:lin ang="5400000" scaled="0"/>
          </a:gradFill>
          <a:ln>
            <a:noFill/>
          </a:ln>
          <a:effectLst>
            <a:outerShdw blurRad="57150" dist="19050" dir="5400000" rotWithShape="0">
              <a:srgbClr val="16294A">
                <a:alpha val="13000"/>
              </a:srgbClr>
            </a:outerShdw>
          </a:effectLst>
        </p:spPr>
        <p:txBody>
          <a:bodyPr wrap="square" lIns="109728" tIns="45720" rIns="109728" bIns="45720" rtlCol="0" anchor="ctr">
            <a:noAutofit/>
          </a:bodyPr>
          <a:lstStyle/>
          <a:p>
            <a:pPr algn="ctr">
              <a:lnSpc>
                <a:spcPct val="112000"/>
              </a:lnSpc>
              <a:buNone/>
            </a:pPr>
            <a:r>
              <a:rPr kumimoji="1" lang="ja-JP" altLang="en-US" sz="2900" b="1" dirty="0">
                <a:solidFill>
                  <a:srgbClr val="FFFFFF"/>
                </a:solidFill>
                <a:latin typeface="MS PGothic"/>
                <a:ea typeface="MS PGothic"/>
              </a:rPr>
              <a:t>その1枚で本当に伝わるかは、自分たちでは判断しにくい</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図形 131"/>
          <p:cNvSpPr/>
          <p:nvPr/>
        </p:nvSpPr>
        <p:spPr>
          <a:xfrm>
            <a:off x="219456" y="274320"/>
            <a:ext cx="96012" cy="457200"/>
          </a:xfrm>
          <a:prstGeom prst="rect">
            <a:avLst/>
          </a:prstGeom>
          <a:solidFill>
            <a:srgbClr val="203864"/>
          </a:solidFill>
          <a:ln>
            <a:noFill/>
          </a:ln>
        </p:spPr>
        <p:txBody>
          <a:bodyPr wrap="square" lIns="109728" tIns="45720" rIns="109728" bIns="45720" rtlCol="0" anchor="ctr">
            <a:noAutofit/>
          </a:bodyPr>
          <a:lstStyle/>
          <a:p>
            <a:pPr algn="ctr"/>
            <a:endParaRPr lang="ja-JP"/>
          </a:p>
        </p:txBody>
      </p:sp>
      <p:sp>
        <p:nvSpPr>
          <p:cNvPr id="132" name="テキスト ボックス 132"/>
          <p:cNvSpPr txBox="1"/>
          <p:nvPr/>
        </p:nvSpPr>
        <p:spPr>
          <a:xfrm>
            <a:off x="502920" y="54864"/>
            <a:ext cx="9555480" cy="841248"/>
          </a:xfrm>
          <a:prstGeom prst="rect">
            <a:avLst/>
          </a:prstGeom>
          <a:noFill/>
        </p:spPr>
        <p:txBody>
          <a:bodyPr wrap="square" lIns="0" tIns="0" rIns="0" bIns="0" rtlCol="0" anchor="ctr">
            <a:noAutofit/>
          </a:bodyPr>
          <a:lstStyle/>
          <a:p>
            <a:pPr algn="l">
              <a:lnSpc>
                <a:spcPct val="100000"/>
              </a:lnSpc>
              <a:buNone/>
            </a:pPr>
            <a:r>
              <a:rPr kumimoji="1" lang="ja-JP" altLang="en-US" sz="3000" b="1" dirty="0">
                <a:solidFill>
                  <a:srgbClr val="203864"/>
                </a:solidFill>
                <a:latin typeface="MS PGothic"/>
                <a:ea typeface="MS PGothic"/>
              </a:rPr>
              <a:t>確認したいこと</a:t>
            </a:r>
          </a:p>
        </p:txBody>
      </p:sp>
      <p:sp>
        <p:nvSpPr>
          <p:cNvPr id="133" name="スライド番号プレースホルダー 133"/>
          <p:cNvSpPr>
            <a:spLocks noGrp="1"/>
          </p:cNvSpPr>
          <p:nvPr>
            <p:ph type="sldNum" sz="quarter" idx="12"/>
          </p:nvPr>
        </p:nvSpPr>
        <p:spPr/>
        <p:txBody>
          <a:bodyPr/>
          <a:lstStyle/>
          <a:p>
            <a:fld id="{3E6C071F-0D9C-4209-B1B5-FDE6B10623E0}" type="slidenum">
              <a:rPr kumimoji="1" lang="ja-JP" altLang="en-US" smtClean="0"/>
              <a:t>3</a:t>
            </a:fld>
            <a:endParaRPr kumimoji="1" lang="ja-JP" altLang="en-US"/>
          </a:p>
        </p:txBody>
      </p:sp>
      <p:sp>
        <p:nvSpPr>
          <p:cNvPr id="134" name="図形 134"/>
          <p:cNvSpPr/>
          <p:nvPr/>
        </p:nvSpPr>
        <p:spPr>
          <a:xfrm>
            <a:off x="502920" y="1188720"/>
            <a:ext cx="11183112" cy="1060704"/>
          </a:xfrm>
          <a:prstGeom prst="rect">
            <a:avLst/>
          </a:prstGeom>
          <a:solidFill>
            <a:srgbClr val="F3F4F6"/>
          </a:solidFill>
          <a:ln>
            <a:noFill/>
          </a:ln>
        </p:spPr>
        <p:txBody>
          <a:bodyPr wrap="square" lIns="109728" tIns="45720" rIns="109728" bIns="45720" rtlCol="0" anchor="ctr">
            <a:noAutofit/>
          </a:bodyPr>
          <a:lstStyle/>
          <a:p>
            <a:pPr algn="ctr"/>
            <a:endParaRPr lang="ja-JP"/>
          </a:p>
        </p:txBody>
      </p:sp>
      <p:sp>
        <p:nvSpPr>
          <p:cNvPr id="135" name="図形 135"/>
          <p:cNvSpPr/>
          <p:nvPr/>
        </p:nvSpPr>
        <p:spPr>
          <a:xfrm>
            <a:off x="502920" y="1188720"/>
            <a:ext cx="96012" cy="1060704"/>
          </a:xfrm>
          <a:prstGeom prst="rect">
            <a:avLst/>
          </a:prstGeom>
          <a:solidFill>
            <a:srgbClr val="203864"/>
          </a:solidFill>
          <a:ln>
            <a:noFill/>
          </a:ln>
        </p:spPr>
        <p:txBody>
          <a:bodyPr wrap="square" lIns="109728" tIns="45720" rIns="109728" bIns="45720" rtlCol="0" anchor="ctr">
            <a:noAutofit/>
          </a:bodyPr>
          <a:lstStyle/>
          <a:p>
            <a:pPr algn="ctr"/>
            <a:endParaRPr lang="ja-JP"/>
          </a:p>
        </p:txBody>
      </p:sp>
      <p:sp>
        <p:nvSpPr>
          <p:cNvPr id="136" name="テキスト ボックス 136"/>
          <p:cNvSpPr txBox="1"/>
          <p:nvPr/>
        </p:nvSpPr>
        <p:spPr>
          <a:xfrm>
            <a:off x="841248" y="1188720"/>
            <a:ext cx="10661904" cy="1060704"/>
          </a:xfrm>
          <a:prstGeom prst="rect">
            <a:avLst/>
          </a:prstGeom>
          <a:noFill/>
        </p:spPr>
        <p:txBody>
          <a:bodyPr wrap="square" lIns="0" tIns="0" rIns="0" bIns="0" rtlCol="0" anchor="ctr">
            <a:noAutofit/>
          </a:bodyPr>
          <a:lstStyle/>
          <a:p>
            <a:pPr algn="l">
              <a:lnSpc>
                <a:spcPct val="118000"/>
              </a:lnSpc>
              <a:buNone/>
            </a:pPr>
            <a:r>
              <a:rPr kumimoji="1" lang="ja-JP" altLang="en-US" sz="3000" b="1" dirty="0">
                <a:solidFill>
                  <a:srgbClr val="203864"/>
                </a:solidFill>
                <a:latin typeface="MS PGothic"/>
                <a:ea typeface="MS PGothic"/>
              </a:rPr>
              <a:t>音の予備知識がない人に、伝わる説明になっているか</a:t>
            </a:r>
          </a:p>
        </p:txBody>
      </p:sp>
      <p:sp>
        <p:nvSpPr>
          <p:cNvPr id="137" name="図形 137"/>
          <p:cNvSpPr/>
          <p:nvPr/>
        </p:nvSpPr>
        <p:spPr>
          <a:xfrm>
            <a:off x="502920" y="2560320"/>
            <a:ext cx="3593592" cy="2103120"/>
          </a:xfrm>
          <a:prstGeom prst="roundRect">
            <a:avLst>
              <a:gd name="adj" fmla="val 6956"/>
            </a:avLst>
          </a:prstGeom>
          <a:solidFill>
            <a:srgbClr val="FFFFFF"/>
          </a:solidFill>
          <a:ln w="15875">
            <a:solidFill>
              <a:srgbClr val="D5DCE6"/>
            </a:solidFill>
          </a:ln>
          <a:effectLst>
            <a:outerShdw blurRad="57150" dist="19050" dir="5400000" rotWithShape="0">
              <a:srgbClr val="16294A">
                <a:alpha val="13000"/>
              </a:srgbClr>
            </a:outerShdw>
          </a:effectLst>
        </p:spPr>
        <p:txBody>
          <a:bodyPr wrap="square" lIns="109728" tIns="45720" rIns="109728" bIns="45720" rtlCol="0" anchor="ctr">
            <a:noAutofit/>
          </a:bodyPr>
          <a:lstStyle/>
          <a:p>
            <a:pPr algn="ctr"/>
            <a:endParaRPr lang="ja-JP"/>
          </a:p>
        </p:txBody>
      </p:sp>
      <p:sp>
        <p:nvSpPr>
          <p:cNvPr id="138" name="テキスト ボックス 138"/>
          <p:cNvSpPr txBox="1"/>
          <p:nvPr/>
        </p:nvSpPr>
        <p:spPr>
          <a:xfrm>
            <a:off x="832104" y="2688336"/>
            <a:ext cx="2935224" cy="1847088"/>
          </a:xfrm>
          <a:prstGeom prst="rect">
            <a:avLst/>
          </a:prstGeom>
          <a:noFill/>
        </p:spPr>
        <p:txBody>
          <a:bodyPr wrap="square" lIns="0" tIns="0" rIns="0" bIns="0" rtlCol="0" anchor="ctr">
            <a:noAutofit/>
          </a:bodyPr>
          <a:lstStyle/>
          <a:p>
            <a:pPr algn="ctr">
              <a:lnSpc>
                <a:spcPct val="110000"/>
              </a:lnSpc>
              <a:buNone/>
            </a:pPr>
            <a:r>
              <a:rPr kumimoji="1" lang="ja-JP" altLang="en-US" sz="3000" b="1" dirty="0">
                <a:solidFill>
                  <a:srgbClr val="203864"/>
                </a:solidFill>
                <a:latin typeface="MS PGothic"/>
                <a:ea typeface="MS PGothic"/>
              </a:rPr>
              <a:t>ことばの意味</a:t>
            </a:r>
          </a:p>
          <a:p>
            <a:pPr algn="ctr">
              <a:lnSpc>
                <a:spcPct val="112000"/>
              </a:lnSpc>
              <a:spcBef>
                <a:spcPts val="800"/>
              </a:spcBef>
              <a:buNone/>
            </a:pPr>
            <a:r>
              <a:rPr kumimoji="1" lang="ja-JP" altLang="en-US" sz="3000" dirty="0">
                <a:solidFill>
                  <a:srgbClr val="17253C"/>
                </a:solidFill>
                <a:latin typeface="MS PGothic"/>
                <a:ea typeface="MS PGothic"/>
              </a:rPr>
              <a:t>この1枚で</a:t>
            </a:r>
            <a:br>
              <a:rPr kumimoji="1" lang="ja-JP" altLang="en-US" sz="3000" dirty="0">
                <a:solidFill>
                  <a:srgbClr val="17253C"/>
                </a:solidFill>
                <a:latin typeface="MS PGothic"/>
                <a:ea typeface="MS PGothic"/>
              </a:rPr>
            </a:br>
            <a:r>
              <a:rPr kumimoji="1" lang="ja-JP" altLang="en-US" sz="3000" dirty="0">
                <a:solidFill>
                  <a:srgbClr val="17253C"/>
                </a:solidFill>
                <a:latin typeface="MS PGothic"/>
                <a:ea typeface="MS PGothic"/>
              </a:rPr>
              <a:t>分かるか</a:t>
            </a:r>
          </a:p>
        </p:txBody>
      </p:sp>
      <p:sp>
        <p:nvSpPr>
          <p:cNvPr id="139" name="図形 139"/>
          <p:cNvSpPr/>
          <p:nvPr/>
        </p:nvSpPr>
        <p:spPr>
          <a:xfrm>
            <a:off x="4297680" y="2560320"/>
            <a:ext cx="3593592" cy="2103120"/>
          </a:xfrm>
          <a:prstGeom prst="roundRect">
            <a:avLst>
              <a:gd name="adj" fmla="val 6956"/>
            </a:avLst>
          </a:prstGeom>
          <a:solidFill>
            <a:srgbClr val="FFFFFF"/>
          </a:solidFill>
          <a:ln w="15875">
            <a:solidFill>
              <a:srgbClr val="D5DCE6"/>
            </a:solidFill>
          </a:ln>
          <a:effectLst>
            <a:outerShdw blurRad="57150" dist="19050" dir="5400000" rotWithShape="0">
              <a:srgbClr val="16294A">
                <a:alpha val="13000"/>
              </a:srgbClr>
            </a:outerShdw>
          </a:effectLst>
        </p:spPr>
        <p:txBody>
          <a:bodyPr wrap="square" lIns="109728" tIns="45720" rIns="109728" bIns="45720" rtlCol="0" anchor="ctr">
            <a:noAutofit/>
          </a:bodyPr>
          <a:lstStyle/>
          <a:p>
            <a:pPr algn="ctr"/>
            <a:endParaRPr lang="ja-JP"/>
          </a:p>
        </p:txBody>
      </p:sp>
      <p:sp>
        <p:nvSpPr>
          <p:cNvPr id="140" name="テキスト ボックス 140"/>
          <p:cNvSpPr txBox="1"/>
          <p:nvPr/>
        </p:nvSpPr>
        <p:spPr>
          <a:xfrm>
            <a:off x="4626864" y="2688336"/>
            <a:ext cx="2935224" cy="1847088"/>
          </a:xfrm>
          <a:prstGeom prst="rect">
            <a:avLst/>
          </a:prstGeom>
          <a:noFill/>
        </p:spPr>
        <p:txBody>
          <a:bodyPr wrap="square" lIns="0" tIns="0" rIns="0" bIns="0" rtlCol="0" anchor="ctr">
            <a:noAutofit/>
          </a:bodyPr>
          <a:lstStyle/>
          <a:p>
            <a:pPr algn="ctr">
              <a:lnSpc>
                <a:spcPct val="110000"/>
              </a:lnSpc>
              <a:buNone/>
            </a:pPr>
            <a:r>
              <a:rPr kumimoji="1" lang="ja-JP" altLang="en-US" sz="3000" b="1" dirty="0">
                <a:solidFill>
                  <a:srgbClr val="203864"/>
                </a:solidFill>
                <a:latin typeface="MS PGothic"/>
                <a:ea typeface="MS PGothic"/>
              </a:rPr>
              <a:t>例のえらび方</a:t>
            </a:r>
          </a:p>
          <a:p>
            <a:pPr algn="ctr">
              <a:lnSpc>
                <a:spcPct val="112000"/>
              </a:lnSpc>
              <a:spcBef>
                <a:spcPts val="800"/>
              </a:spcBef>
              <a:buNone/>
            </a:pPr>
            <a:r>
              <a:rPr kumimoji="1" lang="ja-JP" altLang="en-US" sz="3000" dirty="0">
                <a:solidFill>
                  <a:srgbClr val="17253C"/>
                </a:solidFill>
                <a:latin typeface="MS PGothic"/>
                <a:ea typeface="MS PGothic"/>
              </a:rPr>
              <a:t>この例で</a:t>
            </a:r>
            <a:br>
              <a:rPr kumimoji="1" lang="ja-JP" altLang="en-US" sz="3000" dirty="0">
                <a:solidFill>
                  <a:srgbClr val="17253C"/>
                </a:solidFill>
                <a:latin typeface="MS PGothic"/>
                <a:ea typeface="MS PGothic"/>
              </a:rPr>
            </a:br>
            <a:r>
              <a:rPr kumimoji="1" lang="ja-JP" altLang="en-US" sz="3000" dirty="0">
                <a:solidFill>
                  <a:srgbClr val="17253C"/>
                </a:solidFill>
                <a:latin typeface="MS PGothic"/>
                <a:ea typeface="MS PGothic"/>
              </a:rPr>
              <a:t>伝わるか</a:t>
            </a:r>
          </a:p>
        </p:txBody>
      </p:sp>
      <p:sp>
        <p:nvSpPr>
          <p:cNvPr id="141" name="図形 141"/>
          <p:cNvSpPr/>
          <p:nvPr/>
        </p:nvSpPr>
        <p:spPr>
          <a:xfrm>
            <a:off x="8092440" y="2560320"/>
            <a:ext cx="3593592" cy="2103120"/>
          </a:xfrm>
          <a:prstGeom prst="roundRect">
            <a:avLst>
              <a:gd name="adj" fmla="val 6956"/>
            </a:avLst>
          </a:prstGeom>
          <a:solidFill>
            <a:srgbClr val="FFFFFF"/>
          </a:solidFill>
          <a:ln w="15875">
            <a:solidFill>
              <a:srgbClr val="D5DCE6"/>
            </a:solidFill>
          </a:ln>
          <a:effectLst>
            <a:outerShdw blurRad="57150" dist="19050" dir="5400000" rotWithShape="0">
              <a:srgbClr val="16294A">
                <a:alpha val="13000"/>
              </a:srgbClr>
            </a:outerShdw>
          </a:effectLst>
        </p:spPr>
        <p:txBody>
          <a:bodyPr wrap="square" lIns="109728" tIns="45720" rIns="109728" bIns="45720" rtlCol="0" anchor="ctr">
            <a:noAutofit/>
          </a:bodyPr>
          <a:lstStyle/>
          <a:p>
            <a:pPr algn="ctr"/>
            <a:endParaRPr lang="ja-JP"/>
          </a:p>
        </p:txBody>
      </p:sp>
      <p:sp>
        <p:nvSpPr>
          <p:cNvPr id="142" name="テキスト ボックス 142"/>
          <p:cNvSpPr txBox="1"/>
          <p:nvPr/>
        </p:nvSpPr>
        <p:spPr>
          <a:xfrm>
            <a:off x="8421624" y="2688336"/>
            <a:ext cx="2935224" cy="1847088"/>
          </a:xfrm>
          <a:prstGeom prst="rect">
            <a:avLst/>
          </a:prstGeom>
          <a:noFill/>
        </p:spPr>
        <p:txBody>
          <a:bodyPr wrap="square" lIns="0" tIns="0" rIns="0" bIns="0" rtlCol="0" anchor="ctr">
            <a:noAutofit/>
          </a:bodyPr>
          <a:lstStyle/>
          <a:p>
            <a:pPr algn="ctr">
              <a:lnSpc>
                <a:spcPct val="110000"/>
              </a:lnSpc>
              <a:buNone/>
            </a:pPr>
            <a:r>
              <a:rPr kumimoji="1" lang="ja-JP" altLang="en-US" sz="3000" b="1" dirty="0">
                <a:solidFill>
                  <a:srgbClr val="203864"/>
                </a:solidFill>
                <a:latin typeface="MS PGothic"/>
                <a:ea typeface="MS PGothic"/>
              </a:rPr>
              <a:t>説明の分量</a:t>
            </a:r>
          </a:p>
          <a:p>
            <a:pPr algn="ctr">
              <a:lnSpc>
                <a:spcPct val="112000"/>
              </a:lnSpc>
              <a:spcBef>
                <a:spcPts val="800"/>
              </a:spcBef>
              <a:buNone/>
            </a:pPr>
            <a:r>
              <a:rPr kumimoji="1" lang="ja-JP" altLang="en-US" sz="3000" dirty="0">
                <a:solidFill>
                  <a:srgbClr val="17253C"/>
                </a:solidFill>
                <a:latin typeface="MS PGothic"/>
                <a:ea typeface="MS PGothic"/>
              </a:rPr>
              <a:t>多いか</a:t>
            </a:r>
            <a:br>
              <a:rPr kumimoji="1" lang="ja-JP" altLang="en-US" sz="3000" dirty="0">
                <a:solidFill>
                  <a:srgbClr val="17253C"/>
                </a:solidFill>
                <a:latin typeface="MS PGothic"/>
                <a:ea typeface="MS PGothic"/>
              </a:rPr>
            </a:br>
            <a:r>
              <a:rPr kumimoji="1" lang="ja-JP" altLang="en-US" sz="3000" dirty="0">
                <a:solidFill>
                  <a:srgbClr val="17253C"/>
                </a:solidFill>
                <a:latin typeface="MS PGothic"/>
                <a:ea typeface="MS PGothic"/>
              </a:rPr>
              <a:t>足りないか</a:t>
            </a:r>
          </a:p>
        </p:txBody>
      </p:sp>
      <p:sp>
        <p:nvSpPr>
          <p:cNvPr id="143" name="図形 143"/>
          <p:cNvSpPr/>
          <p:nvPr/>
        </p:nvSpPr>
        <p:spPr>
          <a:xfrm>
            <a:off x="502920" y="5230368"/>
            <a:ext cx="11183112" cy="1005840"/>
          </a:xfrm>
          <a:prstGeom prst="roundRect">
            <a:avLst>
              <a:gd name="adj" fmla="val 12727"/>
            </a:avLst>
          </a:prstGeom>
          <a:gradFill rotWithShape="1">
            <a:gsLst>
              <a:gs pos="0">
                <a:srgbClr val="27467A"/>
              </a:gs>
              <a:gs pos="100000">
                <a:srgbClr val="1B3159"/>
              </a:gs>
            </a:gsLst>
            <a:lin ang="5400000" scaled="0"/>
          </a:gradFill>
          <a:ln>
            <a:noFill/>
          </a:ln>
          <a:effectLst>
            <a:outerShdw blurRad="57150" dist="19050" dir="5400000" rotWithShape="0">
              <a:srgbClr val="16294A">
                <a:alpha val="13000"/>
              </a:srgbClr>
            </a:outerShdw>
          </a:effectLst>
        </p:spPr>
        <p:txBody>
          <a:bodyPr wrap="square" lIns="109728" tIns="45720" rIns="109728" bIns="45720" rtlCol="0" anchor="ctr">
            <a:noAutofit/>
          </a:bodyPr>
          <a:lstStyle/>
          <a:p>
            <a:pPr algn="ctr">
              <a:lnSpc>
                <a:spcPct val="112000"/>
              </a:lnSpc>
              <a:buNone/>
            </a:pPr>
            <a:r>
              <a:rPr kumimoji="1" lang="ja-JP" altLang="en-US" sz="3000" b="1" dirty="0">
                <a:solidFill>
                  <a:srgbClr val="FFFFFF"/>
                </a:solidFill>
                <a:latin typeface="MS PGothic"/>
                <a:ea typeface="MS PGothic"/>
              </a:rPr>
              <a:t>引っかかった箇所を教えてください</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 name="図形 478"/>
          <p:cNvSpPr/>
          <p:nvPr/>
        </p:nvSpPr>
        <p:spPr>
          <a:xfrm>
            <a:off x="219456" y="274320"/>
            <a:ext cx="96012" cy="457200"/>
          </a:xfrm>
          <a:prstGeom prst="rect">
            <a:avLst/>
          </a:prstGeom>
          <a:solidFill>
            <a:srgbClr val="203864"/>
          </a:solidFill>
          <a:ln>
            <a:noFill/>
          </a:ln>
        </p:spPr>
        <p:txBody>
          <a:bodyPr wrap="square" lIns="109728" tIns="45720" rIns="109728" bIns="45720" rtlCol="0" anchor="ctr">
            <a:noAutofit/>
          </a:bodyPr>
          <a:lstStyle/>
          <a:p>
            <a:pPr algn="ctr"/>
            <a:endParaRPr lang="ja-JP"/>
          </a:p>
        </p:txBody>
      </p:sp>
      <p:sp>
        <p:nvSpPr>
          <p:cNvPr id="479" name="テキスト ボックス 479"/>
          <p:cNvSpPr txBox="1"/>
          <p:nvPr/>
        </p:nvSpPr>
        <p:spPr>
          <a:xfrm>
            <a:off x="502920" y="54864"/>
            <a:ext cx="9555480" cy="841248"/>
          </a:xfrm>
          <a:prstGeom prst="rect">
            <a:avLst/>
          </a:prstGeom>
          <a:noFill/>
        </p:spPr>
        <p:txBody>
          <a:bodyPr wrap="square" lIns="0" tIns="0" rIns="0" bIns="0" rtlCol="0" anchor="ctr">
            <a:noAutofit/>
          </a:bodyPr>
          <a:lstStyle/>
          <a:p>
            <a:pPr algn="l">
              <a:lnSpc>
                <a:spcPct val="100000"/>
              </a:lnSpc>
              <a:buNone/>
            </a:pPr>
            <a:r>
              <a:rPr kumimoji="1" lang="ja-JP" altLang="en-US" sz="3000" b="1" dirty="0">
                <a:solidFill>
                  <a:srgbClr val="203864"/>
                </a:solidFill>
                <a:latin typeface="MS PGothic"/>
                <a:ea typeface="MS PGothic"/>
              </a:rPr>
              <a:t>モーラ</a:t>
            </a:r>
          </a:p>
        </p:txBody>
      </p:sp>
      <p:sp>
        <p:nvSpPr>
          <p:cNvPr id="480" name="スライド番号プレースホルダー 480"/>
          <p:cNvSpPr>
            <a:spLocks noGrp="1"/>
          </p:cNvSpPr>
          <p:nvPr>
            <p:ph type="sldNum" sz="quarter" idx="12"/>
          </p:nvPr>
        </p:nvSpPr>
        <p:spPr/>
        <p:txBody>
          <a:bodyPr/>
          <a:lstStyle/>
          <a:p>
            <a:fld id="{3E6C071F-0D9C-4209-B1B5-FDE6B10623E0}" type="slidenum">
              <a:rPr kumimoji="1" lang="ja-JP" altLang="en-US" smtClean="0"/>
              <a:t>4</a:t>
            </a:fld>
            <a:endParaRPr kumimoji="1" lang="ja-JP" altLang="en-US"/>
          </a:p>
        </p:txBody>
      </p:sp>
      <p:sp>
        <p:nvSpPr>
          <p:cNvPr id="481" name="図形 481"/>
          <p:cNvSpPr/>
          <p:nvPr/>
        </p:nvSpPr>
        <p:spPr>
          <a:xfrm>
            <a:off x="502920" y="1188720"/>
            <a:ext cx="11183112" cy="1060704"/>
          </a:xfrm>
          <a:prstGeom prst="rect">
            <a:avLst/>
          </a:prstGeom>
          <a:solidFill>
            <a:srgbClr val="F3F4F6"/>
          </a:solidFill>
          <a:ln>
            <a:noFill/>
          </a:ln>
        </p:spPr>
        <p:txBody>
          <a:bodyPr wrap="square" lIns="109728" tIns="45720" rIns="109728" bIns="45720" rtlCol="0" anchor="ctr">
            <a:noAutofit/>
          </a:bodyPr>
          <a:lstStyle/>
          <a:p>
            <a:pPr algn="ctr"/>
            <a:endParaRPr lang="ja-JP"/>
          </a:p>
        </p:txBody>
      </p:sp>
      <p:sp>
        <p:nvSpPr>
          <p:cNvPr id="482" name="図形 482"/>
          <p:cNvSpPr/>
          <p:nvPr/>
        </p:nvSpPr>
        <p:spPr>
          <a:xfrm>
            <a:off x="502920" y="1188720"/>
            <a:ext cx="96012" cy="1060704"/>
          </a:xfrm>
          <a:prstGeom prst="rect">
            <a:avLst/>
          </a:prstGeom>
          <a:solidFill>
            <a:srgbClr val="203864"/>
          </a:solidFill>
          <a:ln>
            <a:noFill/>
          </a:ln>
        </p:spPr>
        <p:txBody>
          <a:bodyPr wrap="square" lIns="109728" tIns="45720" rIns="109728" bIns="45720" rtlCol="0" anchor="ctr">
            <a:noAutofit/>
          </a:bodyPr>
          <a:lstStyle/>
          <a:p>
            <a:pPr algn="ctr"/>
            <a:endParaRPr lang="ja-JP"/>
          </a:p>
        </p:txBody>
      </p:sp>
      <p:sp>
        <p:nvSpPr>
          <p:cNvPr id="483" name="テキスト ボックス 483"/>
          <p:cNvSpPr txBox="1"/>
          <p:nvPr/>
        </p:nvSpPr>
        <p:spPr>
          <a:xfrm>
            <a:off x="841248" y="1188720"/>
            <a:ext cx="10661904" cy="1060704"/>
          </a:xfrm>
          <a:prstGeom prst="rect">
            <a:avLst/>
          </a:prstGeom>
          <a:noFill/>
        </p:spPr>
        <p:txBody>
          <a:bodyPr wrap="square" lIns="0" tIns="0" rIns="0" bIns="0" rtlCol="0" anchor="ctr">
            <a:noAutofit/>
          </a:bodyPr>
          <a:lstStyle/>
          <a:p>
            <a:pPr algn="l">
              <a:lnSpc>
                <a:spcPct val="118000"/>
              </a:lnSpc>
              <a:buNone/>
            </a:pPr>
            <a:r>
              <a:rPr kumimoji="1" lang="ja-JP" altLang="en-US" sz="3000" b="1" dirty="0">
                <a:solidFill>
                  <a:srgbClr val="203864"/>
                </a:solidFill>
                <a:latin typeface="MS PGothic"/>
                <a:ea typeface="MS PGothic"/>
              </a:rPr>
              <a:t>日本語のリズムを数える単位。かな1文字ぶんの長さ</a:t>
            </a:r>
          </a:p>
        </p:txBody>
      </p:sp>
      <p:sp>
        <p:nvSpPr>
          <p:cNvPr id="484" name="図形 484"/>
          <p:cNvSpPr/>
          <p:nvPr/>
        </p:nvSpPr>
        <p:spPr>
          <a:xfrm>
            <a:off x="502920" y="6739128"/>
            <a:ext cx="2157984" cy="59436"/>
          </a:xfrm>
          <a:prstGeom prst="roundRect">
            <a:avLst>
              <a:gd name="adj" fmla="val 50000"/>
            </a:avLst>
          </a:prstGeom>
          <a:solidFill>
            <a:srgbClr val="DFE4EC"/>
          </a:solidFill>
          <a:ln>
            <a:noFill/>
          </a:ln>
        </p:spPr>
        <p:txBody>
          <a:bodyPr wrap="square" lIns="109728" tIns="45720" rIns="109728" bIns="45720" rtlCol="0" anchor="ctr">
            <a:noAutofit/>
          </a:bodyPr>
          <a:lstStyle/>
          <a:p>
            <a:pPr algn="ctr"/>
            <a:endParaRPr lang="ja-JP"/>
          </a:p>
        </p:txBody>
      </p:sp>
      <p:sp>
        <p:nvSpPr>
          <p:cNvPr id="485" name="図形 485"/>
          <p:cNvSpPr/>
          <p:nvPr/>
        </p:nvSpPr>
        <p:spPr>
          <a:xfrm>
            <a:off x="2752344" y="6739128"/>
            <a:ext cx="2157984" cy="59436"/>
          </a:xfrm>
          <a:prstGeom prst="roundRect">
            <a:avLst>
              <a:gd name="adj" fmla="val 50000"/>
            </a:avLst>
          </a:prstGeom>
          <a:solidFill>
            <a:srgbClr val="DFE4EC"/>
          </a:solidFill>
          <a:ln>
            <a:noFill/>
          </a:ln>
        </p:spPr>
        <p:txBody>
          <a:bodyPr wrap="square" lIns="109728" tIns="45720" rIns="109728" bIns="45720" rtlCol="0" anchor="ctr">
            <a:noAutofit/>
          </a:bodyPr>
          <a:lstStyle/>
          <a:p>
            <a:pPr algn="ctr"/>
            <a:endParaRPr lang="ja-JP"/>
          </a:p>
        </p:txBody>
      </p:sp>
      <p:sp>
        <p:nvSpPr>
          <p:cNvPr id="486" name="図形 486"/>
          <p:cNvSpPr/>
          <p:nvPr/>
        </p:nvSpPr>
        <p:spPr>
          <a:xfrm>
            <a:off x="5001768" y="6739128"/>
            <a:ext cx="2157984" cy="59436"/>
          </a:xfrm>
          <a:prstGeom prst="roundRect">
            <a:avLst>
              <a:gd name="adj" fmla="val 50000"/>
            </a:avLst>
          </a:prstGeom>
          <a:solidFill>
            <a:srgbClr val="203864"/>
          </a:solidFill>
          <a:ln>
            <a:noFill/>
          </a:ln>
        </p:spPr>
        <p:txBody>
          <a:bodyPr wrap="square" lIns="109728" tIns="45720" rIns="109728" bIns="45720" rtlCol="0" anchor="ctr">
            <a:noAutofit/>
          </a:bodyPr>
          <a:lstStyle/>
          <a:p>
            <a:pPr algn="ctr"/>
            <a:endParaRPr lang="ja-JP"/>
          </a:p>
        </p:txBody>
      </p:sp>
      <p:sp>
        <p:nvSpPr>
          <p:cNvPr id="487" name="図形 487"/>
          <p:cNvSpPr/>
          <p:nvPr/>
        </p:nvSpPr>
        <p:spPr>
          <a:xfrm>
            <a:off x="7251192" y="6739128"/>
            <a:ext cx="2157984" cy="59436"/>
          </a:xfrm>
          <a:prstGeom prst="roundRect">
            <a:avLst>
              <a:gd name="adj" fmla="val 50000"/>
            </a:avLst>
          </a:prstGeom>
          <a:solidFill>
            <a:srgbClr val="DFE4EC"/>
          </a:solidFill>
          <a:ln>
            <a:noFill/>
          </a:ln>
        </p:spPr>
        <p:txBody>
          <a:bodyPr wrap="square" lIns="109728" tIns="45720" rIns="109728" bIns="45720" rtlCol="0" anchor="ctr">
            <a:noAutofit/>
          </a:bodyPr>
          <a:lstStyle/>
          <a:p>
            <a:pPr algn="ctr"/>
            <a:endParaRPr lang="ja-JP"/>
          </a:p>
        </p:txBody>
      </p:sp>
      <p:sp>
        <p:nvSpPr>
          <p:cNvPr id="488" name="図形 488"/>
          <p:cNvSpPr/>
          <p:nvPr/>
        </p:nvSpPr>
        <p:spPr>
          <a:xfrm>
            <a:off x="9500616" y="6739128"/>
            <a:ext cx="2157984" cy="59436"/>
          </a:xfrm>
          <a:prstGeom prst="roundRect">
            <a:avLst>
              <a:gd name="adj" fmla="val 50000"/>
            </a:avLst>
          </a:prstGeom>
          <a:solidFill>
            <a:srgbClr val="DFE4EC"/>
          </a:solidFill>
          <a:ln>
            <a:noFill/>
          </a:ln>
        </p:spPr>
        <p:txBody>
          <a:bodyPr wrap="square" lIns="109728" tIns="45720" rIns="109728" bIns="45720" rtlCol="0" anchor="ctr">
            <a:noAutofit/>
          </a:bodyPr>
          <a:lstStyle/>
          <a:p>
            <a:pPr algn="ctr"/>
            <a:endParaRPr lang="ja-JP"/>
          </a:p>
        </p:txBody>
      </p:sp>
      <p:sp>
        <p:nvSpPr>
          <p:cNvPr id="489" name="図形 489"/>
          <p:cNvSpPr/>
          <p:nvPr/>
        </p:nvSpPr>
        <p:spPr>
          <a:xfrm>
            <a:off x="2971800" y="2491359"/>
            <a:ext cx="1444752" cy="1005840"/>
          </a:xfrm>
          <a:prstGeom prst="roundRect">
            <a:avLst>
              <a:gd name="adj" fmla="val 14545"/>
            </a:avLst>
          </a:prstGeom>
          <a:solidFill>
            <a:srgbClr val="FFFFFF"/>
          </a:solidFill>
          <a:ln w="15875">
            <a:solidFill>
              <a:srgbClr val="D5DCE6"/>
            </a:solidFill>
          </a:ln>
          <a:effectLst>
            <a:outerShdw blurRad="57150" dist="19050" dir="5400000" rotWithShape="0">
              <a:srgbClr val="16294A">
                <a:alpha val="13000"/>
              </a:srgbClr>
            </a:outerShdw>
          </a:effectLst>
        </p:spPr>
        <p:txBody>
          <a:bodyPr wrap="square" lIns="109728" tIns="45720" rIns="109728" bIns="45720" rtlCol="0" anchor="ctr">
            <a:noAutofit/>
          </a:bodyPr>
          <a:lstStyle/>
          <a:p>
            <a:pPr algn="ctr"/>
            <a:endParaRPr lang="ja-JP"/>
          </a:p>
        </p:txBody>
      </p:sp>
      <p:sp>
        <p:nvSpPr>
          <p:cNvPr id="490" name="テキスト ボックス 490"/>
          <p:cNvSpPr txBox="1"/>
          <p:nvPr/>
        </p:nvSpPr>
        <p:spPr>
          <a:xfrm>
            <a:off x="3300984" y="2619375"/>
            <a:ext cx="786384" cy="749808"/>
          </a:xfrm>
          <a:prstGeom prst="rect">
            <a:avLst/>
          </a:prstGeom>
          <a:noFill/>
        </p:spPr>
        <p:txBody>
          <a:bodyPr wrap="square" lIns="0" tIns="0" rIns="0" bIns="0" rtlCol="0" anchor="ctr">
            <a:noAutofit/>
          </a:bodyPr>
          <a:lstStyle/>
          <a:p>
            <a:pPr algn="ctr">
              <a:lnSpc>
                <a:spcPct val="110000"/>
              </a:lnSpc>
              <a:buNone/>
            </a:pPr>
            <a:r>
              <a:rPr kumimoji="1" lang="ja-JP" altLang="en-US" sz="3000" b="1" dirty="0">
                <a:solidFill>
                  <a:srgbClr val="203864"/>
                </a:solidFill>
                <a:latin typeface="MS PGothic"/>
                <a:ea typeface="MS PGothic"/>
              </a:rPr>
              <a:t>が</a:t>
            </a:r>
          </a:p>
        </p:txBody>
      </p:sp>
      <p:sp>
        <p:nvSpPr>
          <p:cNvPr id="491" name="図形 491"/>
          <p:cNvSpPr/>
          <p:nvPr/>
        </p:nvSpPr>
        <p:spPr>
          <a:xfrm>
            <a:off x="4599432" y="2491359"/>
            <a:ext cx="1444752" cy="1005840"/>
          </a:xfrm>
          <a:prstGeom prst="roundRect">
            <a:avLst>
              <a:gd name="adj" fmla="val 14545"/>
            </a:avLst>
          </a:prstGeom>
          <a:solidFill>
            <a:srgbClr val="FFFFFF"/>
          </a:solidFill>
          <a:ln w="15875">
            <a:solidFill>
              <a:srgbClr val="D5DCE6"/>
            </a:solidFill>
          </a:ln>
          <a:effectLst>
            <a:outerShdw blurRad="57150" dist="19050" dir="5400000" rotWithShape="0">
              <a:srgbClr val="16294A">
                <a:alpha val="13000"/>
              </a:srgbClr>
            </a:outerShdw>
          </a:effectLst>
        </p:spPr>
        <p:txBody>
          <a:bodyPr wrap="square" lIns="109728" tIns="45720" rIns="109728" bIns="45720" rtlCol="0" anchor="ctr">
            <a:noAutofit/>
          </a:bodyPr>
          <a:lstStyle/>
          <a:p>
            <a:pPr algn="ctr"/>
            <a:endParaRPr lang="ja-JP"/>
          </a:p>
        </p:txBody>
      </p:sp>
      <p:sp>
        <p:nvSpPr>
          <p:cNvPr id="492" name="テキスト ボックス 492"/>
          <p:cNvSpPr txBox="1"/>
          <p:nvPr/>
        </p:nvSpPr>
        <p:spPr>
          <a:xfrm>
            <a:off x="4928616" y="2619375"/>
            <a:ext cx="786384" cy="749808"/>
          </a:xfrm>
          <a:prstGeom prst="rect">
            <a:avLst/>
          </a:prstGeom>
          <a:noFill/>
        </p:spPr>
        <p:txBody>
          <a:bodyPr wrap="square" lIns="0" tIns="0" rIns="0" bIns="0" rtlCol="0" anchor="ctr">
            <a:noAutofit/>
          </a:bodyPr>
          <a:lstStyle/>
          <a:p>
            <a:pPr algn="ctr">
              <a:lnSpc>
                <a:spcPct val="110000"/>
              </a:lnSpc>
              <a:buNone/>
            </a:pPr>
            <a:r>
              <a:rPr kumimoji="1" lang="ja-JP" altLang="en-US" sz="3000" b="1" dirty="0">
                <a:solidFill>
                  <a:srgbClr val="203864"/>
                </a:solidFill>
                <a:latin typeface="MS PGothic"/>
                <a:ea typeface="MS PGothic"/>
              </a:rPr>
              <a:t>っ</a:t>
            </a:r>
          </a:p>
        </p:txBody>
      </p:sp>
      <p:sp>
        <p:nvSpPr>
          <p:cNvPr id="493" name="図形 493"/>
          <p:cNvSpPr/>
          <p:nvPr/>
        </p:nvSpPr>
        <p:spPr>
          <a:xfrm>
            <a:off x="6227064" y="2491359"/>
            <a:ext cx="1444752" cy="1005840"/>
          </a:xfrm>
          <a:prstGeom prst="roundRect">
            <a:avLst>
              <a:gd name="adj" fmla="val 14545"/>
            </a:avLst>
          </a:prstGeom>
          <a:solidFill>
            <a:srgbClr val="FFFFFF"/>
          </a:solidFill>
          <a:ln w="15875">
            <a:solidFill>
              <a:srgbClr val="D5DCE6"/>
            </a:solidFill>
          </a:ln>
          <a:effectLst>
            <a:outerShdw blurRad="57150" dist="19050" dir="5400000" rotWithShape="0">
              <a:srgbClr val="16294A">
                <a:alpha val="13000"/>
              </a:srgbClr>
            </a:outerShdw>
          </a:effectLst>
        </p:spPr>
        <p:txBody>
          <a:bodyPr wrap="square" lIns="109728" tIns="45720" rIns="109728" bIns="45720" rtlCol="0" anchor="ctr">
            <a:noAutofit/>
          </a:bodyPr>
          <a:lstStyle/>
          <a:p>
            <a:pPr algn="ctr"/>
            <a:endParaRPr lang="ja-JP"/>
          </a:p>
        </p:txBody>
      </p:sp>
      <p:sp>
        <p:nvSpPr>
          <p:cNvPr id="494" name="テキスト ボックス 494"/>
          <p:cNvSpPr txBox="1"/>
          <p:nvPr/>
        </p:nvSpPr>
        <p:spPr>
          <a:xfrm>
            <a:off x="6556248" y="2619375"/>
            <a:ext cx="786384" cy="749808"/>
          </a:xfrm>
          <a:prstGeom prst="rect">
            <a:avLst/>
          </a:prstGeom>
          <a:noFill/>
        </p:spPr>
        <p:txBody>
          <a:bodyPr wrap="square" lIns="0" tIns="0" rIns="0" bIns="0" rtlCol="0" anchor="ctr">
            <a:noAutofit/>
          </a:bodyPr>
          <a:lstStyle/>
          <a:p>
            <a:pPr algn="ctr">
              <a:lnSpc>
                <a:spcPct val="110000"/>
              </a:lnSpc>
              <a:buNone/>
            </a:pPr>
            <a:r>
              <a:rPr kumimoji="1" lang="ja-JP" altLang="en-US" sz="3000" b="1" dirty="0">
                <a:solidFill>
                  <a:srgbClr val="203864"/>
                </a:solidFill>
                <a:latin typeface="MS PGothic"/>
                <a:ea typeface="MS PGothic"/>
              </a:rPr>
              <a:t>こ</a:t>
            </a:r>
          </a:p>
        </p:txBody>
      </p:sp>
      <p:sp>
        <p:nvSpPr>
          <p:cNvPr id="495" name="図形 495"/>
          <p:cNvSpPr/>
          <p:nvPr/>
        </p:nvSpPr>
        <p:spPr>
          <a:xfrm>
            <a:off x="7854696" y="2491359"/>
            <a:ext cx="1444752" cy="1005840"/>
          </a:xfrm>
          <a:prstGeom prst="roundRect">
            <a:avLst>
              <a:gd name="adj" fmla="val 14545"/>
            </a:avLst>
          </a:prstGeom>
          <a:solidFill>
            <a:srgbClr val="FFFFFF"/>
          </a:solidFill>
          <a:ln w="15875">
            <a:solidFill>
              <a:srgbClr val="D5DCE6"/>
            </a:solidFill>
          </a:ln>
          <a:effectLst>
            <a:outerShdw blurRad="57150" dist="19050" dir="5400000" rotWithShape="0">
              <a:srgbClr val="16294A">
                <a:alpha val="13000"/>
              </a:srgbClr>
            </a:outerShdw>
          </a:effectLst>
        </p:spPr>
        <p:txBody>
          <a:bodyPr wrap="square" lIns="109728" tIns="45720" rIns="109728" bIns="45720" rtlCol="0" anchor="ctr">
            <a:noAutofit/>
          </a:bodyPr>
          <a:lstStyle/>
          <a:p>
            <a:pPr algn="ctr"/>
            <a:endParaRPr lang="ja-JP"/>
          </a:p>
        </p:txBody>
      </p:sp>
      <p:sp>
        <p:nvSpPr>
          <p:cNvPr id="496" name="テキスト ボックス 496"/>
          <p:cNvSpPr txBox="1"/>
          <p:nvPr/>
        </p:nvSpPr>
        <p:spPr>
          <a:xfrm>
            <a:off x="8183880" y="2619375"/>
            <a:ext cx="786384" cy="749808"/>
          </a:xfrm>
          <a:prstGeom prst="rect">
            <a:avLst/>
          </a:prstGeom>
          <a:noFill/>
        </p:spPr>
        <p:txBody>
          <a:bodyPr wrap="square" lIns="0" tIns="0" rIns="0" bIns="0" rtlCol="0" anchor="ctr">
            <a:noAutofit/>
          </a:bodyPr>
          <a:lstStyle/>
          <a:p>
            <a:pPr algn="ctr">
              <a:lnSpc>
                <a:spcPct val="110000"/>
              </a:lnSpc>
              <a:buNone/>
            </a:pPr>
            <a:r>
              <a:rPr kumimoji="1" lang="ja-JP" altLang="en-US" sz="3000" b="1" dirty="0">
                <a:solidFill>
                  <a:srgbClr val="203864"/>
                </a:solidFill>
                <a:latin typeface="MS PGothic"/>
                <a:ea typeface="MS PGothic"/>
              </a:rPr>
              <a:t>う</a:t>
            </a:r>
          </a:p>
        </p:txBody>
      </p:sp>
      <p:sp>
        <p:nvSpPr>
          <p:cNvPr id="497" name="テキスト ボックス 497"/>
          <p:cNvSpPr txBox="1"/>
          <p:nvPr/>
        </p:nvSpPr>
        <p:spPr>
          <a:xfrm>
            <a:off x="502920" y="3710178"/>
            <a:ext cx="11183112" cy="512064"/>
          </a:xfrm>
          <a:prstGeom prst="rect">
            <a:avLst/>
          </a:prstGeom>
          <a:noFill/>
        </p:spPr>
        <p:txBody>
          <a:bodyPr wrap="square" lIns="0" tIns="0" rIns="0" bIns="0" rtlCol="0" anchor="t">
            <a:noAutofit/>
          </a:bodyPr>
          <a:lstStyle/>
          <a:p>
            <a:pPr algn="ctr">
              <a:buNone/>
            </a:pPr>
            <a:r>
              <a:rPr kumimoji="1" lang="ja-JP" altLang="en-US" sz="2800" dirty="0">
                <a:solidFill>
                  <a:srgbClr val="5A6472"/>
                </a:solidFill>
                <a:latin typeface="MS PGothic"/>
                <a:ea typeface="MS PGothic"/>
              </a:rPr>
              <a:t>「がっこう」は 4モーラ。「っ」「ん」「ー」も1つ分に数える</a:t>
            </a:r>
            <a:endParaRPr lang="ja-JP" altLang="en-US" sz="2800" dirty="0">
              <a:solidFill>
                <a:srgbClr val="5A6472"/>
              </a:solidFill>
              <a:latin typeface="MS PGothic"/>
              <a:ea typeface="MS PGothic"/>
            </a:endParaRPr>
          </a:p>
        </p:txBody>
      </p:sp>
      <p:sp>
        <p:nvSpPr>
          <p:cNvPr id="498" name="図形 498"/>
          <p:cNvSpPr/>
          <p:nvPr/>
        </p:nvSpPr>
        <p:spPr>
          <a:xfrm>
            <a:off x="1417320" y="4301871"/>
            <a:ext cx="4206240" cy="1225296"/>
          </a:xfrm>
          <a:prstGeom prst="roundRect">
            <a:avLst>
              <a:gd name="adj" fmla="val 11940"/>
            </a:avLst>
          </a:prstGeom>
          <a:solidFill>
            <a:srgbClr val="FFFFFF"/>
          </a:solidFill>
          <a:ln w="15875">
            <a:solidFill>
              <a:srgbClr val="D5DCE6"/>
            </a:solidFill>
          </a:ln>
          <a:effectLst>
            <a:outerShdw blurRad="57150" dist="19050" dir="5400000" rotWithShape="0">
              <a:srgbClr val="16294A">
                <a:alpha val="13000"/>
              </a:srgbClr>
            </a:outerShdw>
          </a:effectLst>
        </p:spPr>
        <p:txBody>
          <a:bodyPr wrap="square" lIns="109728" tIns="45720" rIns="109728" bIns="45720" rtlCol="0" anchor="ctr">
            <a:noAutofit/>
          </a:bodyPr>
          <a:lstStyle/>
          <a:p>
            <a:pPr algn="ctr"/>
            <a:endParaRPr lang="ja-JP"/>
          </a:p>
        </p:txBody>
      </p:sp>
      <p:sp>
        <p:nvSpPr>
          <p:cNvPr id="499" name="テキスト ボックス 499"/>
          <p:cNvSpPr txBox="1"/>
          <p:nvPr/>
        </p:nvSpPr>
        <p:spPr>
          <a:xfrm>
            <a:off x="1746504" y="4429887"/>
            <a:ext cx="3547872" cy="969264"/>
          </a:xfrm>
          <a:prstGeom prst="rect">
            <a:avLst/>
          </a:prstGeom>
          <a:noFill/>
        </p:spPr>
        <p:txBody>
          <a:bodyPr wrap="square" lIns="0" tIns="0" rIns="0" bIns="0" rtlCol="0" anchor="ctr">
            <a:noAutofit/>
          </a:bodyPr>
          <a:lstStyle/>
          <a:p>
            <a:pPr algn="ctr">
              <a:lnSpc>
                <a:spcPct val="110000"/>
              </a:lnSpc>
              <a:buNone/>
            </a:pPr>
            <a:r>
              <a:rPr kumimoji="1" lang="ja-JP" altLang="en-US" sz="2800" b="1" dirty="0">
                <a:solidFill>
                  <a:srgbClr val="203864"/>
                </a:solidFill>
                <a:latin typeface="MS PGothic"/>
                <a:ea typeface="MS PGothic"/>
              </a:rPr>
              <a:t>おばさん</a:t>
            </a:r>
          </a:p>
          <a:p>
            <a:pPr algn="ctr">
              <a:lnSpc>
                <a:spcPct val="112000"/>
              </a:lnSpc>
              <a:spcBef>
                <a:spcPts val="800"/>
              </a:spcBef>
              <a:buNone/>
            </a:pPr>
            <a:r>
              <a:rPr kumimoji="1" lang="ja-JP" altLang="en-US" sz="2400" dirty="0">
                <a:solidFill>
                  <a:srgbClr val="17253C"/>
                </a:solidFill>
                <a:latin typeface="MS PGothic"/>
                <a:ea typeface="MS PGothic"/>
              </a:rPr>
              <a:t>4モーラ</a:t>
            </a:r>
          </a:p>
        </p:txBody>
      </p:sp>
      <p:sp>
        <p:nvSpPr>
          <p:cNvPr id="500" name="図形 500"/>
          <p:cNvSpPr/>
          <p:nvPr/>
        </p:nvSpPr>
        <p:spPr>
          <a:xfrm>
            <a:off x="5633374" y="4666098"/>
            <a:ext cx="913421" cy="497616"/>
          </a:xfrm>
          <a:prstGeom prst="leftRightArrow">
            <a:avLst/>
          </a:prstGeom>
          <a:solidFill>
            <a:srgbClr val="5A6472"/>
          </a:solidFill>
          <a:ln>
            <a:noFill/>
          </a:ln>
        </p:spPr>
        <p:txBody>
          <a:bodyPr wrap="square" lIns="109728" tIns="45720" rIns="109728" bIns="45720" rtlCol="0" anchor="ctr">
            <a:noAutofit/>
          </a:bodyPr>
          <a:lstStyle/>
          <a:p>
            <a:pPr algn="ctr"/>
            <a:endParaRPr lang="ja-JP"/>
          </a:p>
        </p:txBody>
      </p:sp>
      <p:sp>
        <p:nvSpPr>
          <p:cNvPr id="501" name="図形 501"/>
          <p:cNvSpPr/>
          <p:nvPr/>
        </p:nvSpPr>
        <p:spPr>
          <a:xfrm>
            <a:off x="6638544" y="4301871"/>
            <a:ext cx="4206240" cy="1225296"/>
          </a:xfrm>
          <a:prstGeom prst="roundRect">
            <a:avLst>
              <a:gd name="adj" fmla="val 11940"/>
            </a:avLst>
          </a:prstGeom>
          <a:solidFill>
            <a:srgbClr val="FFFFFF"/>
          </a:solidFill>
          <a:ln w="15875">
            <a:solidFill>
              <a:srgbClr val="D5DCE6"/>
            </a:solidFill>
          </a:ln>
          <a:effectLst>
            <a:outerShdw blurRad="57150" dist="19050" dir="5400000" rotWithShape="0">
              <a:srgbClr val="16294A">
                <a:alpha val="13000"/>
              </a:srgbClr>
            </a:outerShdw>
          </a:effectLst>
        </p:spPr>
        <p:txBody>
          <a:bodyPr wrap="square" lIns="109728" tIns="45720" rIns="109728" bIns="45720" rtlCol="0" anchor="ctr">
            <a:noAutofit/>
          </a:bodyPr>
          <a:lstStyle/>
          <a:p>
            <a:pPr algn="ctr"/>
            <a:endParaRPr lang="ja-JP"/>
          </a:p>
        </p:txBody>
      </p:sp>
      <p:sp>
        <p:nvSpPr>
          <p:cNvPr id="502" name="テキスト ボックス 502"/>
          <p:cNvSpPr txBox="1"/>
          <p:nvPr/>
        </p:nvSpPr>
        <p:spPr>
          <a:xfrm>
            <a:off x="6967728" y="4429887"/>
            <a:ext cx="3547872" cy="969264"/>
          </a:xfrm>
          <a:prstGeom prst="rect">
            <a:avLst/>
          </a:prstGeom>
          <a:noFill/>
        </p:spPr>
        <p:txBody>
          <a:bodyPr wrap="square" lIns="0" tIns="0" rIns="0" bIns="0" rtlCol="0" anchor="ctr">
            <a:noAutofit/>
          </a:bodyPr>
          <a:lstStyle/>
          <a:p>
            <a:pPr algn="ctr">
              <a:lnSpc>
                <a:spcPct val="110000"/>
              </a:lnSpc>
              <a:buNone/>
            </a:pPr>
            <a:r>
              <a:rPr kumimoji="1" lang="ja-JP" altLang="en-US" sz="2800" b="1" dirty="0">
                <a:solidFill>
                  <a:srgbClr val="203864"/>
                </a:solidFill>
                <a:latin typeface="MS PGothic"/>
                <a:ea typeface="MS PGothic"/>
              </a:rPr>
              <a:t>おばあさん</a:t>
            </a:r>
          </a:p>
          <a:p>
            <a:pPr algn="ctr">
              <a:lnSpc>
                <a:spcPct val="112000"/>
              </a:lnSpc>
              <a:spcBef>
                <a:spcPts val="800"/>
              </a:spcBef>
              <a:buNone/>
            </a:pPr>
            <a:r>
              <a:rPr kumimoji="1" lang="ja-JP" altLang="en-US" sz="2400" dirty="0">
                <a:solidFill>
                  <a:srgbClr val="17253C"/>
                </a:solidFill>
                <a:latin typeface="MS PGothic"/>
                <a:ea typeface="MS PGothic"/>
              </a:rPr>
              <a:t>5モーラ</a:t>
            </a:r>
          </a:p>
        </p:txBody>
      </p:sp>
      <p:sp>
        <p:nvSpPr>
          <p:cNvPr id="503" name="図形 503"/>
          <p:cNvSpPr/>
          <p:nvPr/>
        </p:nvSpPr>
        <p:spPr>
          <a:xfrm>
            <a:off x="502920" y="5779008"/>
            <a:ext cx="11183112" cy="749808"/>
          </a:xfrm>
          <a:prstGeom prst="roundRect">
            <a:avLst>
              <a:gd name="adj" fmla="val 17073"/>
            </a:avLst>
          </a:prstGeom>
          <a:gradFill rotWithShape="1">
            <a:gsLst>
              <a:gs pos="0">
                <a:srgbClr val="27467A"/>
              </a:gs>
              <a:gs pos="100000">
                <a:srgbClr val="1B3159"/>
              </a:gs>
            </a:gsLst>
            <a:lin ang="5400000" scaled="0"/>
          </a:gradFill>
          <a:ln>
            <a:noFill/>
          </a:ln>
          <a:effectLst>
            <a:outerShdw blurRad="57150" dist="19050" dir="5400000" rotWithShape="0">
              <a:srgbClr val="16294A">
                <a:alpha val="13000"/>
              </a:srgbClr>
            </a:outerShdw>
          </a:effectLst>
        </p:spPr>
        <p:txBody>
          <a:bodyPr wrap="square" lIns="109728" tIns="45720" rIns="109728" bIns="45720" rtlCol="0" anchor="ctr">
            <a:noAutofit/>
          </a:bodyPr>
          <a:lstStyle/>
          <a:p>
            <a:pPr algn="ctr">
              <a:lnSpc>
                <a:spcPct val="112000"/>
              </a:lnSpc>
              <a:buNone/>
            </a:pPr>
            <a:r>
              <a:rPr kumimoji="1" lang="ja-JP" altLang="en-US" sz="3000" b="1" dirty="0">
                <a:solidFill>
                  <a:srgbClr val="FFFFFF"/>
                </a:solidFill>
                <a:latin typeface="MS PGothic"/>
                <a:ea typeface="MS PGothic"/>
              </a:rPr>
              <a:t>1つ分の長さがずれると、別の言葉になる</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V-3D">
      <a:majorFont>
        <a:latin typeface="ＭＳ Ｐゴシック"/>
        <a:ea typeface="ＭＳ ゴシック"/>
        <a:cs typeface=""/>
      </a:majorFont>
      <a:minorFont>
        <a:latin typeface="ＭＳ Ｐゴシック"/>
        <a:ea typeface="ＭＳ 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11170</TotalTime>
  <Words>470</Words>
  <Application>Microsoft Office PowerPoint</Application>
  <PresentationFormat>ワイド画面</PresentationFormat>
  <Paragraphs>69</Paragraphs>
  <Slides>5</Slides>
  <Notes>4</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5</vt:i4>
      </vt:variant>
    </vt:vector>
  </HeadingPairs>
  <TitlesOfParts>
    <vt:vector size="11" baseType="lpstr">
      <vt:lpstr>ＭＳ Ｐゴシック</vt:lpstr>
      <vt:lpstr>ＭＳ Ｐゴシック</vt:lpstr>
      <vt:lpstr>ＭＳ ゴシック</vt:lpstr>
      <vt:lpstr>游ゴシック</vt:lpstr>
      <vt:lpstr>Arial</vt:lpstr>
      <vt:lpstr>Office テーマ</vt:lpstr>
      <vt:lpstr>研究室mtg プロジェクトデザインⅢ - 個人報告 -</vt:lpstr>
      <vt:lpstr> 実施内容</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頃安隆耀</dc:creator>
  <cp:lastModifiedBy>MAEDA Yuuki</cp:lastModifiedBy>
  <cp:revision>4545</cp:revision>
  <cp:lastPrinted>2025-11-30T14:00:36Z</cp:lastPrinted>
  <dcterms:created xsi:type="dcterms:W3CDTF">2024-12-17T04:06:39Z</dcterms:created>
  <dcterms:modified xsi:type="dcterms:W3CDTF">2026-10-13T05:16:55Z</dcterms:modified>
</cp:coreProperties>
</file>