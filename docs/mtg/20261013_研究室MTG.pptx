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7"/>
  </p:notesMasterIdLst>
  <p:sldIdLst>
    <p:sldId id="283" r:id="rId2"/>
    <p:sldId id="305" r:id="rId3"/>
    <p:sldId id="258" r:id="rId4"/>
    <p:sldId id="306" r:id="rId15"/>
  </p:sldIdLst>
  <p:sldSz cx="12192000" cy="6858000"/>
  <p:notesSz cx="7104063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007BA99-D693-2BD6-E5CE-EC1D8B98F12B}" name="MAEDA Yuuki" initials="MY" userId="LH0O2BYGFWwxLJCswbkcfIbi9WSUK5oFTub0UyEOBYc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472C4"/>
    <a:srgbClr val="8E0000"/>
    <a:srgbClr val="FFCDCD"/>
    <a:srgbClr val="003CFF"/>
    <a:srgbClr val="FEBEBE"/>
    <a:srgbClr val="FE7272"/>
    <a:srgbClr val="6965FF"/>
    <a:srgbClr val="E0E5F7"/>
    <a:srgbClr val="270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0E42E2-9444-4F24-BCFC-A6CA3A0FB3A8}" v="414" dt="2026-09-17T05:13:26.014"/>
    <p1510:client id="{61C10807-35A3-4517-8DBF-A4C9B8CD1E3A}" v="9" dt="2026-09-16T10:06:56.903"/>
    <p1510:client id="{765B78CE-53C8-4EB6-AE2F-5C7DA8153ED5}" v="114" dt="2026-09-16T10:27:47.831"/>
    <p1510:client id="{9CFCB6C7-75CE-4761-B71B-51415E544E5C}" v="123" dt="2026-09-17T06:18:38.936"/>
    <p1510:client id="{BD21F6F9-BD91-46C0-BF34-27EE9333F463}" v="14" dt="2026-09-17T07:40:37.954"/>
    <p1510:client id="{D0C52410-CAF4-42A6-9D9B-7BCA7640BA09}" v="474" dt="2026-09-17T06:14:26.2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8" autoAdjust="0"/>
    <p:restoredTop sz="85766" autoAdjust="0"/>
  </p:normalViewPr>
  <p:slideViewPr>
    <p:cSldViewPr snapToGrid="0">
      <p:cViewPr varScale="1">
        <p:scale>
          <a:sx n="63" d="100"/>
          <a:sy n="63" d="100"/>
        </p:scale>
        <p:origin x="89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microsoft.com/office/2018/10/relationships/authors" Target="authors.xml"/>  <Relationship Id="rId15" Type="http://schemas.openxmlformats.org/officeDocument/2006/relationships/slide" Target="slides/slide4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SHIDA Haruto" userId="o3nT65zFR9wRUwpwlemvUDHDlrh7/SrQEICuoEKi29c=" providerId="None" clId="Web-{9CFCB6C7-75CE-4761-B71B-51415E544E5C}"/>
    <pc:docChg chg="addSld delSld modSld">
      <pc:chgData name="YOSHIDA Haruto" userId="o3nT65zFR9wRUwpwlemvUDHDlrh7/SrQEICuoEKi29c=" providerId="None" clId="Web-{9CFCB6C7-75CE-4761-B71B-51415E544E5C}" dt="2026-09-17T06:18:38.936" v="99" actId="20577"/>
      <pc:docMkLst>
        <pc:docMk/>
      </pc:docMkLst>
      <pc:sldChg chg="addSp modSp">
        <pc:chgData name="YOSHIDA Haruto" userId="o3nT65zFR9wRUwpwlemvUDHDlrh7/SrQEICuoEKi29c=" providerId="None" clId="Web-{9CFCB6C7-75CE-4761-B71B-51415E544E5C}" dt="2026-09-17T05:33:48.400" v="44" actId="1076"/>
        <pc:sldMkLst>
          <pc:docMk/>
          <pc:sldMk cId="1171058737" sldId="285"/>
        </pc:sldMkLst>
        <pc:spChg chg="add mod">
          <ac:chgData name="YOSHIDA Haruto" userId="o3nT65zFR9wRUwpwlemvUDHDlrh7/SrQEICuoEKi29c=" providerId="None" clId="Web-{9CFCB6C7-75CE-4761-B71B-51415E544E5C}" dt="2026-09-17T05:33:48.400" v="44" actId="1076"/>
          <ac:spMkLst>
            <pc:docMk/>
            <pc:sldMk cId="1171058737" sldId="285"/>
            <ac:spMk id="3" creationId="{9D5CCA5B-2DCE-D149-94A5-E042AD22FAC3}"/>
          </ac:spMkLst>
        </pc:spChg>
        <pc:spChg chg="mod">
          <ac:chgData name="YOSHIDA Haruto" userId="o3nT65zFR9wRUwpwlemvUDHDlrh7/SrQEICuoEKi29c=" providerId="None" clId="Web-{9CFCB6C7-75CE-4761-B71B-51415E544E5C}" dt="2026-09-17T05:30:47.300" v="29" actId="20577"/>
          <ac:spMkLst>
            <pc:docMk/>
            <pc:sldMk cId="1171058737" sldId="285"/>
            <ac:spMk id="7" creationId="{44EDFC17-C57B-FED8-ABA2-3D1658F21E3C}"/>
          </ac:spMkLst>
        </pc:spChg>
        <pc:spChg chg="mod">
          <ac:chgData name="YOSHIDA Haruto" userId="o3nT65zFR9wRUwpwlemvUDHDlrh7/SrQEICuoEKi29c=" providerId="None" clId="Web-{9CFCB6C7-75CE-4761-B71B-51415E544E5C}" dt="2026-09-17T05:28:55.969" v="19" actId="20577"/>
          <ac:spMkLst>
            <pc:docMk/>
            <pc:sldMk cId="1171058737" sldId="285"/>
            <ac:spMk id="12" creationId="{12DDDFA5-CF10-8B3C-06C3-564100076CE1}"/>
          </ac:spMkLst>
        </pc:spChg>
        <pc:spChg chg="mod">
          <ac:chgData name="YOSHIDA Haruto" userId="o3nT65zFR9wRUwpwlemvUDHDlrh7/SrQEICuoEKi29c=" providerId="None" clId="Web-{9CFCB6C7-75CE-4761-B71B-51415E544E5C}" dt="2026-09-17T05:30:56.660" v="30"/>
          <ac:spMkLst>
            <pc:docMk/>
            <pc:sldMk cId="1171058737" sldId="285"/>
            <ac:spMk id="13" creationId="{708CC7D0-D856-118F-3AE6-28E823FF19F5}"/>
          </ac:spMkLst>
        </pc:spChg>
        <pc:spChg chg="mod">
          <ac:chgData name="YOSHIDA Haruto" userId="o3nT65zFR9wRUwpwlemvUDHDlrh7/SrQEICuoEKi29c=" providerId="None" clId="Web-{9CFCB6C7-75CE-4761-B71B-51415E544E5C}" dt="2026-09-17T05:31:18.520" v="32" actId="20577"/>
          <ac:spMkLst>
            <pc:docMk/>
            <pc:sldMk cId="1171058737" sldId="285"/>
            <ac:spMk id="15" creationId="{A5A584EF-35C2-6679-AE14-A980CDA9320D}"/>
          </ac:spMkLst>
        </pc:spChg>
      </pc:sldChg>
      <pc:sldChg chg="del">
        <pc:chgData name="YOSHIDA Haruto" userId="o3nT65zFR9wRUwpwlemvUDHDlrh7/SrQEICuoEKi29c=" providerId="None" clId="Web-{9CFCB6C7-75CE-4761-B71B-51415E544E5C}" dt="2026-09-17T05:34:44.683" v="45"/>
        <pc:sldMkLst>
          <pc:docMk/>
          <pc:sldMk cId="4048279062" sldId="298"/>
        </pc:sldMkLst>
      </pc:sldChg>
      <pc:sldChg chg="addSp modSp">
        <pc:chgData name="YOSHIDA Haruto" userId="o3nT65zFR9wRUwpwlemvUDHDlrh7/SrQEICuoEKi29c=" providerId="None" clId="Web-{9CFCB6C7-75CE-4761-B71B-51415E544E5C}" dt="2026-09-17T06:14:08.721" v="58" actId="1076"/>
        <pc:sldMkLst>
          <pc:docMk/>
          <pc:sldMk cId="4124829826" sldId="327"/>
        </pc:sldMkLst>
        <pc:spChg chg="add mod">
          <ac:chgData name="YOSHIDA Haruto" userId="o3nT65zFR9wRUwpwlemvUDHDlrh7/SrQEICuoEKi29c=" providerId="None" clId="Web-{9CFCB6C7-75CE-4761-B71B-51415E544E5C}" dt="2026-09-17T06:13:50.236" v="56" actId="1076"/>
          <ac:spMkLst>
            <pc:docMk/>
            <pc:sldMk cId="4124829826" sldId="327"/>
            <ac:spMk id="5" creationId="{B24F08EC-A347-9186-68E2-7EEB6B3FC518}"/>
          </ac:spMkLst>
        </pc:spChg>
        <pc:spChg chg="mod">
          <ac:chgData name="YOSHIDA Haruto" userId="o3nT65zFR9wRUwpwlemvUDHDlrh7/SrQEICuoEKi29c=" providerId="None" clId="Web-{9CFCB6C7-75CE-4761-B71B-51415E544E5C}" dt="2026-09-17T06:14:08.721" v="58" actId="1076"/>
          <ac:spMkLst>
            <pc:docMk/>
            <pc:sldMk cId="4124829826" sldId="327"/>
            <ac:spMk id="11" creationId="{8E339778-225A-4BAC-53E1-146F624105D4}"/>
          </ac:spMkLst>
        </pc:spChg>
      </pc:sldChg>
      <pc:sldChg chg="delAnim">
        <pc:chgData name="YOSHIDA Haruto" userId="o3nT65zFR9wRUwpwlemvUDHDlrh7/SrQEICuoEKi29c=" providerId="None" clId="Web-{9CFCB6C7-75CE-4761-B71B-51415E544E5C}" dt="2026-09-17T05:26:43.808" v="1"/>
        <pc:sldMkLst>
          <pc:docMk/>
          <pc:sldMk cId="1581031580" sldId="328"/>
        </pc:sldMkLst>
      </pc:sldChg>
      <pc:sldChg chg="addSp delSp modSp add replId">
        <pc:chgData name="YOSHIDA Haruto" userId="o3nT65zFR9wRUwpwlemvUDHDlrh7/SrQEICuoEKi29c=" providerId="None" clId="Web-{9CFCB6C7-75CE-4761-B71B-51415E544E5C}" dt="2026-09-17T06:18:38.936" v="99" actId="20577"/>
        <pc:sldMkLst>
          <pc:docMk/>
          <pc:sldMk cId="614564859" sldId="329"/>
        </pc:sldMkLst>
        <pc:spChg chg="mod">
          <ac:chgData name="YOSHIDA Haruto" userId="o3nT65zFR9wRUwpwlemvUDHDlrh7/SrQEICuoEKi29c=" providerId="None" clId="Web-{9CFCB6C7-75CE-4761-B71B-51415E544E5C}" dt="2026-09-17T06:18:38.936" v="99" actId="20577"/>
          <ac:spMkLst>
            <pc:docMk/>
            <pc:sldMk cId="614564859" sldId="329"/>
            <ac:spMk id="3" creationId="{416F8497-4319-F0BE-BFBB-8BD3C5888343}"/>
          </ac:spMkLst>
        </pc:spChg>
        <pc:spChg chg="mod">
          <ac:chgData name="YOSHIDA Haruto" userId="o3nT65zFR9wRUwpwlemvUDHDlrh7/SrQEICuoEKi29c=" providerId="None" clId="Web-{9CFCB6C7-75CE-4761-B71B-51415E544E5C}" dt="2026-09-17T06:18:08.419" v="92" actId="1076"/>
          <ac:spMkLst>
            <pc:docMk/>
            <pc:sldMk cId="614564859" sldId="329"/>
            <ac:spMk id="6" creationId="{822F08D8-FB8A-518C-DBB4-CABB74358CC2}"/>
          </ac:spMkLst>
        </pc:spChg>
        <pc:spChg chg="add del">
          <ac:chgData name="YOSHIDA Haruto" userId="o3nT65zFR9wRUwpwlemvUDHDlrh7/SrQEICuoEKi29c=" providerId="None" clId="Web-{9CFCB6C7-75CE-4761-B71B-51415E544E5C}" dt="2026-09-17T06:15:10.646" v="61"/>
          <ac:spMkLst>
            <pc:docMk/>
            <pc:sldMk cId="614564859" sldId="329"/>
            <ac:spMk id="12" creationId="{4CC7480A-4002-76BC-97B5-038949C1F76B}"/>
          </ac:spMkLst>
        </pc:spChg>
        <pc:spChg chg="add mod">
          <ac:chgData name="YOSHIDA Haruto" userId="o3nT65zFR9wRUwpwlemvUDHDlrh7/SrQEICuoEKi29c=" providerId="None" clId="Web-{9CFCB6C7-75CE-4761-B71B-51415E544E5C}" dt="2026-09-17T06:18:04.887" v="91" actId="1076"/>
          <ac:spMkLst>
            <pc:docMk/>
            <pc:sldMk cId="614564859" sldId="329"/>
            <ac:spMk id="13" creationId="{4246EBE3-F6F8-4C3F-9BC4-66E761F06DFC}"/>
          </ac:spMkLst>
        </pc:spChg>
        <pc:spChg chg="add mod">
          <ac:chgData name="YOSHIDA Haruto" userId="o3nT65zFR9wRUwpwlemvUDHDlrh7/SrQEICuoEKi29c=" providerId="None" clId="Web-{9CFCB6C7-75CE-4761-B71B-51415E544E5C}" dt="2026-09-17T06:18:11.419" v="93" actId="1076"/>
          <ac:spMkLst>
            <pc:docMk/>
            <pc:sldMk cId="614564859" sldId="329"/>
            <ac:spMk id="14" creationId="{9DC79B33-1D92-0C72-C357-987DC624A9FC}"/>
          </ac:spMkLst>
        </pc:spChg>
      </pc:sldChg>
    </pc:docChg>
  </pc:docChgLst>
  <pc:docChgLst>
    <pc:chgData name="MIYAMARU Ryusei" userId="S57GMduKlDpADSBoh+Es5vnhOIPPFRLhA9CWvpa4TzQ=" providerId="None" clId="Web-{4B3D9DE5-DFB3-4143-B5EC-A13EDA47B8A1}"/>
    <pc:docChg chg="modSld">
      <pc:chgData name="MIYAMARU Ryusei" userId="S57GMduKlDpADSBoh+Es5vnhOIPPFRLhA9CWvpa4TzQ=" providerId="None" clId="Web-{4B3D9DE5-DFB3-4143-B5EC-A13EDA47B8A1}" dt="2026-09-03T06:41:54.832" v="55" actId="1076"/>
      <pc:docMkLst>
        <pc:docMk/>
      </pc:docMkLst>
      <pc:sldChg chg="addSp delSp modSp">
        <pc:chgData name="MIYAMARU Ryusei" userId="S57GMduKlDpADSBoh+Es5vnhOIPPFRLhA9CWvpa4TzQ=" providerId="None" clId="Web-{4B3D9DE5-DFB3-4143-B5EC-A13EDA47B8A1}" dt="2026-09-03T06:27:14.095" v="39" actId="1076"/>
        <pc:sldMkLst>
          <pc:docMk/>
          <pc:sldMk cId="2550676933" sldId="304"/>
        </pc:sldMkLst>
      </pc:sldChg>
      <pc:sldChg chg="modSp">
        <pc:chgData name="MIYAMARU Ryusei" userId="S57GMduKlDpADSBoh+Es5vnhOIPPFRLhA9CWvpa4TzQ=" providerId="None" clId="Web-{4B3D9DE5-DFB3-4143-B5EC-A13EDA47B8A1}" dt="2026-09-03T06:41:54.832" v="55" actId="1076"/>
        <pc:sldMkLst>
          <pc:docMk/>
          <pc:sldMk cId="1952087644" sldId="320"/>
        </pc:sldMkLst>
        <pc:spChg chg="mod">
          <ac:chgData name="MIYAMARU Ryusei" userId="S57GMduKlDpADSBoh+Es5vnhOIPPFRLhA9CWvpa4TzQ=" providerId="None" clId="Web-{4B3D9DE5-DFB3-4143-B5EC-A13EDA47B8A1}" dt="2026-09-03T06:41:33.238" v="43" actId="20577"/>
          <ac:spMkLst>
            <pc:docMk/>
            <pc:sldMk cId="1952087644" sldId="320"/>
            <ac:spMk id="6" creationId="{3F2F0D1A-4F3B-B4C1-1FFD-FE37E7CDE9F0}"/>
          </ac:spMkLst>
        </pc:spChg>
        <pc:spChg chg="mod">
          <ac:chgData name="MIYAMARU Ryusei" userId="S57GMduKlDpADSBoh+Es5vnhOIPPFRLhA9CWvpa4TzQ=" providerId="None" clId="Web-{4B3D9DE5-DFB3-4143-B5EC-A13EDA47B8A1}" dt="2026-09-03T06:41:54.832" v="55" actId="1076"/>
          <ac:spMkLst>
            <pc:docMk/>
            <pc:sldMk cId="1952087644" sldId="320"/>
            <ac:spMk id="8" creationId="{FA6A2F59-1875-FB17-1599-1D5EC3A607F3}"/>
          </ac:spMkLst>
        </pc:spChg>
      </pc:sldChg>
    </pc:docChg>
  </pc:docChgLst>
  <pc:docChgLst>
    <pc:chgData name="YOSHIDA Haruto" userId="o3nT65zFR9wRUwpwlemvUDHDlrh7/SrQEICuoEKi29c=" providerId="None" clId="Web-{1C094A31-C313-450E-914B-06D0FD6995CE}"/>
    <pc:docChg chg="addSld delSld modSld sldOrd">
      <pc:chgData name="YOSHIDA Haruto" userId="o3nT65zFR9wRUwpwlemvUDHDlrh7/SrQEICuoEKi29c=" providerId="None" clId="Web-{1C094A31-C313-450E-914B-06D0FD6995CE}" dt="2026-09-03T06:38:25.851" v="102"/>
      <pc:docMkLst>
        <pc:docMk/>
      </pc:docMkLst>
      <pc:sldChg chg="ord">
        <pc:chgData name="YOSHIDA Haruto" userId="o3nT65zFR9wRUwpwlemvUDHDlrh7/SrQEICuoEKi29c=" providerId="None" clId="Web-{1C094A31-C313-450E-914B-06D0FD6995CE}" dt="2026-09-03T06:31:30.691" v="70"/>
        <pc:sldMkLst>
          <pc:docMk/>
          <pc:sldMk cId="2026554981" sldId="310"/>
        </pc:sldMkLst>
      </pc:sldChg>
      <pc:sldChg chg="add replId">
        <pc:chgData name="YOSHIDA Haruto" userId="o3nT65zFR9wRUwpwlemvUDHDlrh7/SrQEICuoEKi29c=" providerId="None" clId="Web-{1C094A31-C313-450E-914B-06D0FD6995CE}" dt="2026-09-03T06:29:31.112" v="56"/>
        <pc:sldMkLst>
          <pc:docMk/>
          <pc:sldMk cId="3269306329" sldId="322"/>
        </pc:sldMkLst>
      </pc:sldChg>
      <pc:sldChg chg="delSp modSp add ord replId">
        <pc:chgData name="YOSHIDA Haruto" userId="o3nT65zFR9wRUwpwlemvUDHDlrh7/SrQEICuoEKi29c=" providerId="None" clId="Web-{1C094A31-C313-450E-914B-06D0FD6995CE}" dt="2026-09-03T06:31:46.503" v="72"/>
        <pc:sldMkLst>
          <pc:docMk/>
          <pc:sldMk cId="2407538112" sldId="323"/>
        </pc:sldMkLst>
        <pc:spChg chg="mod">
          <ac:chgData name="YOSHIDA Haruto" userId="o3nT65zFR9wRUwpwlemvUDHDlrh7/SrQEICuoEKi29c=" providerId="None" clId="Web-{1C094A31-C313-450E-914B-06D0FD6995CE}" dt="2026-09-03T06:30:19.800" v="68" actId="1076"/>
          <ac:spMkLst>
            <pc:docMk/>
            <pc:sldMk cId="2407538112" sldId="323"/>
            <ac:spMk id="30" creationId="{934EB001-E352-A3AD-DE56-9149297BCDBD}"/>
          </ac:spMkLst>
        </pc:spChg>
        <pc:spChg chg="mod">
          <ac:chgData name="YOSHIDA Haruto" userId="o3nT65zFR9wRUwpwlemvUDHDlrh7/SrQEICuoEKi29c=" providerId="None" clId="Web-{1C094A31-C313-450E-914B-06D0FD6995CE}" dt="2026-09-03T06:30:04.597" v="65" actId="1076"/>
          <ac:spMkLst>
            <pc:docMk/>
            <pc:sldMk cId="2407538112" sldId="323"/>
            <ac:spMk id="34" creationId="{E8EF30D5-E9B3-F84B-595A-E52396DBA057}"/>
          </ac:spMkLst>
        </pc:spChg>
      </pc:sldChg>
    </pc:docChg>
  </pc:docChgLst>
  <pc:docChgLst>
    <pc:chgData name="MIYAMARU Ryusei" userId="S57GMduKlDpADSBoh+Es5vnhOIPPFRLhA9CWvpa4TzQ=" providerId="None" clId="Web-{D0C52410-CAF4-42A6-9D9B-7BCA7640BA09}"/>
    <pc:docChg chg="delSld modSld">
      <pc:chgData name="MIYAMARU Ryusei" userId="S57GMduKlDpADSBoh+Es5vnhOIPPFRLhA9CWvpa4TzQ=" providerId="None" clId="Web-{D0C52410-CAF4-42A6-9D9B-7BCA7640BA09}" dt="2026-09-17T06:14:26.202" v="312" actId="1076"/>
      <pc:docMkLst>
        <pc:docMk/>
      </pc:docMkLst>
      <pc:sldChg chg="modSp">
        <pc:chgData name="MIYAMARU Ryusei" userId="S57GMduKlDpADSBoh+Es5vnhOIPPFRLhA9CWvpa4TzQ=" providerId="None" clId="Web-{D0C52410-CAF4-42A6-9D9B-7BCA7640BA09}" dt="2026-09-17T05:26:18.456" v="48" actId="20577"/>
        <pc:sldMkLst>
          <pc:docMk/>
          <pc:sldMk cId="3146519449" sldId="316"/>
        </pc:sldMkLst>
        <pc:spChg chg="mod">
          <ac:chgData name="MIYAMARU Ryusei" userId="S57GMduKlDpADSBoh+Es5vnhOIPPFRLhA9CWvpa4TzQ=" providerId="None" clId="Web-{D0C52410-CAF4-42A6-9D9B-7BCA7640BA09}" dt="2026-09-17T05:26:18.456" v="48" actId="20577"/>
          <ac:spMkLst>
            <pc:docMk/>
            <pc:sldMk cId="3146519449" sldId="316"/>
            <ac:spMk id="9" creationId="{4FD9407F-A5A7-2E8A-7469-FE6278C116FC}"/>
          </ac:spMkLst>
        </pc:spChg>
        <pc:spChg chg="mod">
          <ac:chgData name="MIYAMARU Ryusei" userId="S57GMduKlDpADSBoh+Es5vnhOIPPFRLhA9CWvpa4TzQ=" providerId="None" clId="Web-{D0C52410-CAF4-42A6-9D9B-7BCA7640BA09}" dt="2026-09-17T05:23:57.173" v="29" actId="20577"/>
          <ac:spMkLst>
            <pc:docMk/>
            <pc:sldMk cId="3146519449" sldId="316"/>
            <ac:spMk id="13" creationId="{D82EFFD5-7BF2-42C0-E4EE-ED7FDFDB2DCF}"/>
          </ac:spMkLst>
        </pc:spChg>
      </pc:sldChg>
      <pc:sldChg chg="modSp">
        <pc:chgData name="MIYAMARU Ryusei" userId="S57GMduKlDpADSBoh+Es5vnhOIPPFRLhA9CWvpa4TzQ=" providerId="None" clId="Web-{D0C52410-CAF4-42A6-9D9B-7BCA7640BA09}" dt="2026-09-17T06:09:48.325" v="290" actId="20577"/>
        <pc:sldMkLst>
          <pc:docMk/>
          <pc:sldMk cId="1606506415" sldId="317"/>
        </pc:sldMkLst>
        <pc:spChg chg="mod">
          <ac:chgData name="MIYAMARU Ryusei" userId="S57GMduKlDpADSBoh+Es5vnhOIPPFRLhA9CWvpa4TzQ=" providerId="None" clId="Web-{D0C52410-CAF4-42A6-9D9B-7BCA7640BA09}" dt="2026-09-17T06:08:32.668" v="283" actId="20577"/>
          <ac:spMkLst>
            <pc:docMk/>
            <pc:sldMk cId="1606506415" sldId="317"/>
            <ac:spMk id="6" creationId="{44823D48-32F8-511E-D29A-4A35700F4903}"/>
          </ac:spMkLst>
        </pc:spChg>
        <pc:spChg chg="mod">
          <ac:chgData name="MIYAMARU Ryusei" userId="S57GMduKlDpADSBoh+Es5vnhOIPPFRLhA9CWvpa4TzQ=" providerId="None" clId="Web-{D0C52410-CAF4-42A6-9D9B-7BCA7640BA09}" dt="2026-09-17T06:09:48.325" v="290" actId="20577"/>
          <ac:spMkLst>
            <pc:docMk/>
            <pc:sldMk cId="1606506415" sldId="317"/>
            <ac:spMk id="7" creationId="{E4B9521E-3D9C-397E-E011-9CD3FB89A17E}"/>
          </ac:spMkLst>
        </pc:spChg>
      </pc:sldChg>
      <pc:sldChg chg="delSp del">
        <pc:chgData name="MIYAMARU Ryusei" userId="S57GMduKlDpADSBoh+Es5vnhOIPPFRLhA9CWvpa4TzQ=" providerId="None" clId="Web-{D0C52410-CAF4-42A6-9D9B-7BCA7640BA09}" dt="2026-09-17T05:38:43.698" v="147"/>
        <pc:sldMkLst>
          <pc:docMk/>
          <pc:sldMk cId="2171386605" sldId="318"/>
        </pc:sldMkLst>
        <pc:picChg chg="del">
          <ac:chgData name="MIYAMARU Ryusei" userId="S57GMduKlDpADSBoh+Es5vnhOIPPFRLhA9CWvpa4TzQ=" providerId="None" clId="Web-{D0C52410-CAF4-42A6-9D9B-7BCA7640BA09}" dt="2026-09-17T05:36:44.447" v="138"/>
          <ac:picMkLst>
            <pc:docMk/>
            <pc:sldMk cId="2171386605" sldId="318"/>
            <ac:picMk id="3" creationId="{F824A87E-04DA-5173-2BEA-F9216F53F0B7}"/>
          </ac:picMkLst>
        </pc:picChg>
      </pc:sldChg>
      <pc:sldChg chg="delSp del">
        <pc:chgData name="MIYAMARU Ryusei" userId="S57GMduKlDpADSBoh+Es5vnhOIPPFRLhA9CWvpa4TzQ=" providerId="None" clId="Web-{D0C52410-CAF4-42A6-9D9B-7BCA7640BA09}" dt="2026-09-17T05:38:41.151" v="146"/>
        <pc:sldMkLst>
          <pc:docMk/>
          <pc:sldMk cId="3622807413" sldId="319"/>
        </pc:sldMkLst>
        <pc:picChg chg="del">
          <ac:chgData name="MIYAMARU Ryusei" userId="S57GMduKlDpADSBoh+Es5vnhOIPPFRLhA9CWvpa4TzQ=" providerId="None" clId="Web-{D0C52410-CAF4-42A6-9D9B-7BCA7640BA09}" dt="2026-09-17T05:36:49.041" v="139"/>
          <ac:picMkLst>
            <pc:docMk/>
            <pc:sldMk cId="3622807413" sldId="319"/>
            <ac:picMk id="5" creationId="{4BE152C9-D8D4-9718-5FBF-C51E7BC7E3F3}"/>
          </ac:picMkLst>
        </pc:picChg>
      </pc:sldChg>
      <pc:sldChg chg="modSp">
        <pc:chgData name="MIYAMARU Ryusei" userId="S57GMduKlDpADSBoh+Es5vnhOIPPFRLhA9CWvpa4TzQ=" providerId="None" clId="Web-{D0C52410-CAF4-42A6-9D9B-7BCA7640BA09}" dt="2026-09-17T05:57:43.739" v="231" actId="20577"/>
        <pc:sldMkLst>
          <pc:docMk/>
          <pc:sldMk cId="1952087644" sldId="320"/>
        </pc:sldMkLst>
        <pc:spChg chg="mod">
          <ac:chgData name="MIYAMARU Ryusei" userId="S57GMduKlDpADSBoh+Es5vnhOIPPFRLhA9CWvpa4TzQ=" providerId="None" clId="Web-{D0C52410-CAF4-42A6-9D9B-7BCA7640BA09}" dt="2026-09-17T05:57:43.739" v="231" actId="20577"/>
          <ac:spMkLst>
            <pc:docMk/>
            <pc:sldMk cId="1952087644" sldId="320"/>
            <ac:spMk id="8" creationId="{FA6A2F59-1875-FB17-1599-1D5EC3A607F3}"/>
          </ac:spMkLst>
        </pc:spChg>
      </pc:sldChg>
      <pc:sldChg chg="addSp delSp modSp">
        <pc:chgData name="MIYAMARU Ryusei" userId="S57GMduKlDpADSBoh+Es5vnhOIPPFRLhA9CWvpa4TzQ=" providerId="None" clId="Web-{D0C52410-CAF4-42A6-9D9B-7BCA7640BA09}" dt="2026-09-17T06:14:26.202" v="312" actId="1076"/>
        <pc:sldMkLst>
          <pc:docMk/>
          <pc:sldMk cId="1062759384" sldId="321"/>
        </pc:sldMkLst>
        <pc:spChg chg="add mod">
          <ac:chgData name="MIYAMARU Ryusei" userId="S57GMduKlDpADSBoh+Es5vnhOIPPFRLhA9CWvpa4TzQ=" providerId="None" clId="Web-{D0C52410-CAF4-42A6-9D9B-7BCA7640BA09}" dt="2026-09-17T06:04:31.399" v="271" actId="14100"/>
          <ac:spMkLst>
            <pc:docMk/>
            <pc:sldMk cId="1062759384" sldId="321"/>
            <ac:spMk id="5" creationId="{B8A569E7-C0A8-FF97-7DC7-9B70BEA967C5}"/>
          </ac:spMkLst>
        </pc:spChg>
        <pc:spChg chg="mod">
          <ac:chgData name="MIYAMARU Ryusei" userId="S57GMduKlDpADSBoh+Es5vnhOIPPFRLhA9CWvpa4TzQ=" providerId="None" clId="Web-{D0C52410-CAF4-42A6-9D9B-7BCA7640BA09}" dt="2026-09-17T06:11:44.857" v="299" actId="20577"/>
          <ac:spMkLst>
            <pc:docMk/>
            <pc:sldMk cId="1062759384" sldId="321"/>
            <ac:spMk id="6" creationId="{9E89B5CC-EFF9-11AE-9B3A-6B617C26E07A}"/>
          </ac:spMkLst>
        </pc:spChg>
        <pc:spChg chg="mod">
          <ac:chgData name="MIYAMARU Ryusei" userId="S57GMduKlDpADSBoh+Es5vnhOIPPFRLhA9CWvpa4TzQ=" providerId="None" clId="Web-{D0C52410-CAF4-42A6-9D9B-7BCA7640BA09}" dt="2026-09-17T06:14:26.202" v="312" actId="1076"/>
          <ac:spMkLst>
            <pc:docMk/>
            <pc:sldMk cId="1062759384" sldId="321"/>
            <ac:spMk id="7" creationId="{DC255E0D-6C10-4DEB-75CE-469B8A8A7643}"/>
          </ac:spMkLst>
        </pc:spChg>
        <pc:spChg chg="add mod">
          <ac:chgData name="MIYAMARU Ryusei" userId="S57GMduKlDpADSBoh+Es5vnhOIPPFRLhA9CWvpa4TzQ=" providerId="None" clId="Web-{D0C52410-CAF4-42A6-9D9B-7BCA7640BA09}" dt="2026-09-17T06:11:16.373" v="292" actId="1076"/>
          <ac:spMkLst>
            <pc:docMk/>
            <pc:sldMk cId="1062759384" sldId="321"/>
            <ac:spMk id="9" creationId="{AABE696A-794D-43BE-2EB3-DCE918C0854C}"/>
          </ac:spMkLst>
        </pc:spChg>
        <pc:spChg chg="add">
          <ac:chgData name="MIYAMARU Ryusei" userId="S57GMduKlDpADSBoh+Es5vnhOIPPFRLhA9CWvpa4TzQ=" providerId="None" clId="Web-{D0C52410-CAF4-42A6-9D9B-7BCA7640BA09}" dt="2026-09-17T06:03:07.648" v="243"/>
          <ac:spMkLst>
            <pc:docMk/>
            <pc:sldMk cId="1062759384" sldId="321"/>
            <ac:spMk id="11" creationId="{E0044259-416C-BB0D-FFE4-C13D02787279}"/>
          </ac:spMkLst>
        </pc:spChg>
        <pc:spChg chg="add">
          <ac:chgData name="MIYAMARU Ryusei" userId="S57GMduKlDpADSBoh+Es5vnhOIPPFRLhA9CWvpa4TzQ=" providerId="None" clId="Web-{D0C52410-CAF4-42A6-9D9B-7BCA7640BA09}" dt="2026-09-17T06:03:07.648" v="244"/>
          <ac:spMkLst>
            <pc:docMk/>
            <pc:sldMk cId="1062759384" sldId="321"/>
            <ac:spMk id="13" creationId="{A3D97C57-419B-D704-C190-6B3759A025C1}"/>
          </ac:spMkLst>
        </pc:spChg>
        <pc:spChg chg="add mod">
          <ac:chgData name="MIYAMARU Ryusei" userId="S57GMduKlDpADSBoh+Es5vnhOIPPFRLhA9CWvpa4TzQ=" providerId="None" clId="Web-{D0C52410-CAF4-42A6-9D9B-7BCA7640BA09}" dt="2026-09-17T06:04:51.555" v="280" actId="20577"/>
          <ac:spMkLst>
            <pc:docMk/>
            <pc:sldMk cId="1062759384" sldId="321"/>
            <ac:spMk id="15" creationId="{F59A1396-1C78-3299-D4B3-31B22F6ED26F}"/>
          </ac:spMkLst>
        </pc:spChg>
        <pc:spChg chg="add">
          <ac:chgData name="MIYAMARU Ryusei" userId="S57GMduKlDpADSBoh+Es5vnhOIPPFRLhA9CWvpa4TzQ=" providerId="None" clId="Web-{D0C52410-CAF4-42A6-9D9B-7BCA7640BA09}" dt="2026-09-17T06:03:07.679" v="246"/>
          <ac:spMkLst>
            <pc:docMk/>
            <pc:sldMk cId="1062759384" sldId="321"/>
            <ac:spMk id="17" creationId="{09D492AE-9355-B609-A14C-48A2925BC696}"/>
          </ac:spMkLst>
        </pc:spChg>
        <pc:spChg chg="add">
          <ac:chgData name="MIYAMARU Ryusei" userId="S57GMduKlDpADSBoh+Es5vnhOIPPFRLhA9CWvpa4TzQ=" providerId="None" clId="Web-{D0C52410-CAF4-42A6-9D9B-7BCA7640BA09}" dt="2026-09-17T06:03:07.679" v="247"/>
          <ac:spMkLst>
            <pc:docMk/>
            <pc:sldMk cId="1062759384" sldId="321"/>
            <ac:spMk id="19" creationId="{5332266E-B597-9EC9-2255-26AABCB67004}"/>
          </ac:spMkLst>
        </pc:spChg>
        <pc:spChg chg="add del mod">
          <ac:chgData name="MIYAMARU Ryusei" userId="S57GMduKlDpADSBoh+Es5vnhOIPPFRLhA9CWvpa4TzQ=" providerId="None" clId="Web-{D0C52410-CAF4-42A6-9D9B-7BCA7640BA09}" dt="2026-09-17T06:03:23.773" v="256"/>
          <ac:spMkLst>
            <pc:docMk/>
            <pc:sldMk cId="1062759384" sldId="321"/>
            <ac:spMk id="21" creationId="{D9931F04-17D6-7B09-495A-0F7AEF5509D2}"/>
          </ac:spMkLst>
        </pc:spChg>
        <pc:spChg chg="add del">
          <ac:chgData name="MIYAMARU Ryusei" userId="S57GMduKlDpADSBoh+Es5vnhOIPPFRLhA9CWvpa4TzQ=" providerId="None" clId="Web-{D0C52410-CAF4-42A6-9D9B-7BCA7640BA09}" dt="2026-09-17T06:03:26.039" v="257"/>
          <ac:spMkLst>
            <pc:docMk/>
            <pc:sldMk cId="1062759384" sldId="321"/>
            <ac:spMk id="23" creationId="{CE9C44D1-AEB4-28A0-6BEB-19F69CB056C6}"/>
          </ac:spMkLst>
        </pc:spChg>
        <pc:spChg chg="add del">
          <ac:chgData name="MIYAMARU Ryusei" userId="S57GMduKlDpADSBoh+Es5vnhOIPPFRLhA9CWvpa4TzQ=" providerId="None" clId="Web-{D0C52410-CAF4-42A6-9D9B-7BCA7640BA09}" dt="2026-09-17T06:04:41.711" v="272"/>
          <ac:spMkLst>
            <pc:docMk/>
            <pc:sldMk cId="1062759384" sldId="321"/>
            <ac:spMk id="25" creationId="{62EE96F5-C85A-E949-54CB-56F5CD0E4626}"/>
          </ac:spMkLst>
        </pc:spChg>
        <pc:spChg chg="add mod">
          <ac:chgData name="MIYAMARU Ryusei" userId="S57GMduKlDpADSBoh+Es5vnhOIPPFRLhA9CWvpa4TzQ=" providerId="None" clId="Web-{D0C52410-CAF4-42A6-9D9B-7BCA7640BA09}" dt="2026-09-17T06:11:19.607" v="293" actId="20577"/>
          <ac:spMkLst>
            <pc:docMk/>
            <pc:sldMk cId="1062759384" sldId="321"/>
            <ac:spMk id="27" creationId="{DD2E0D02-9B0B-3D68-F861-8B0C41FEA2E9}"/>
          </ac:spMkLst>
        </pc:spChg>
        <pc:spChg chg="add">
          <ac:chgData name="MIYAMARU Ryusei" userId="S57GMduKlDpADSBoh+Es5vnhOIPPFRLhA9CWvpa4TzQ=" providerId="None" clId="Web-{D0C52410-CAF4-42A6-9D9B-7BCA7640BA09}" dt="2026-09-17T06:03:07.726" v="252"/>
          <ac:spMkLst>
            <pc:docMk/>
            <pc:sldMk cId="1062759384" sldId="321"/>
            <ac:spMk id="29" creationId="{C2EF4708-30BB-75A3-5490-B0784F6AE185}"/>
          </ac:spMkLst>
        </pc:spChg>
        <pc:spChg chg="add">
          <ac:chgData name="MIYAMARU Ryusei" userId="S57GMduKlDpADSBoh+Es5vnhOIPPFRLhA9CWvpa4TzQ=" providerId="None" clId="Web-{D0C52410-CAF4-42A6-9D9B-7BCA7640BA09}" dt="2026-09-17T06:03:07.742" v="253"/>
          <ac:spMkLst>
            <pc:docMk/>
            <pc:sldMk cId="1062759384" sldId="321"/>
            <ac:spMk id="31" creationId="{7A18459D-3E87-FD28-987A-88D07F460DD7}"/>
          </ac:spMkLst>
        </pc:spChg>
        <pc:grpChg chg="add mod">
          <ac:chgData name="MIYAMARU Ryusei" userId="S57GMduKlDpADSBoh+Es5vnhOIPPFRLhA9CWvpa4TzQ=" providerId="None" clId="Web-{D0C52410-CAF4-42A6-9D9B-7BCA7640BA09}" dt="2026-09-17T06:12:04.545" v="302" actId="14100"/>
          <ac:grpSpMkLst>
            <pc:docMk/>
            <pc:sldMk cId="1062759384" sldId="321"/>
            <ac:grpSpMk id="32" creationId="{5E3CE7A9-4881-3BAB-89D5-72B96DB1D350}"/>
          </ac:grpSpMkLst>
        </pc:grpChg>
        <pc:picChg chg="del">
          <ac:chgData name="MIYAMARU Ryusei" userId="S57GMduKlDpADSBoh+Es5vnhOIPPFRLhA9CWvpa4TzQ=" providerId="None" clId="Web-{D0C52410-CAF4-42A6-9D9B-7BCA7640BA09}" dt="2026-09-17T05:32:11.256" v="93"/>
          <ac:picMkLst>
            <pc:docMk/>
            <pc:sldMk cId="1062759384" sldId="321"/>
            <ac:picMk id="3" creationId="{0BF9CD15-0794-F8A8-FB4B-17E3F5E3BCF7}"/>
          </ac:picMkLst>
        </pc:picChg>
      </pc:sldChg>
      <pc:sldChg chg="modSp">
        <pc:chgData name="MIYAMARU Ryusei" userId="S57GMduKlDpADSBoh+Es5vnhOIPPFRLhA9CWvpa4TzQ=" providerId="None" clId="Web-{D0C52410-CAF4-42A6-9D9B-7BCA7640BA09}" dt="2026-09-17T06:02:43.991" v="239" actId="20577"/>
        <pc:sldMkLst>
          <pc:docMk/>
          <pc:sldMk cId="3269306329" sldId="322"/>
        </pc:sldMkLst>
        <pc:spChg chg="mod">
          <ac:chgData name="MIYAMARU Ryusei" userId="S57GMduKlDpADSBoh+Es5vnhOIPPFRLhA9CWvpa4TzQ=" providerId="None" clId="Web-{D0C52410-CAF4-42A6-9D9B-7BCA7640BA09}" dt="2026-09-17T06:02:43.991" v="239" actId="20577"/>
          <ac:spMkLst>
            <pc:docMk/>
            <pc:sldMk cId="3269306329" sldId="322"/>
            <ac:spMk id="5" creationId="{3F3F2BE2-EE71-3AC5-0249-85C7A9D75256}"/>
          </ac:spMkLst>
        </pc:spChg>
      </pc:sldChg>
      <pc:sldChg chg="addSp">
        <pc:chgData name="MIYAMARU Ryusei" userId="S57GMduKlDpADSBoh+Es5vnhOIPPFRLhA9CWvpa4TzQ=" providerId="None" clId="Web-{D0C52410-CAF4-42A6-9D9B-7BCA7640BA09}" dt="2026-09-17T06:02:51.632" v="240"/>
        <pc:sldMkLst>
          <pc:docMk/>
          <pc:sldMk cId="1581031580" sldId="328"/>
        </pc:sldMkLst>
        <pc:spChg chg="add">
          <ac:chgData name="MIYAMARU Ryusei" userId="S57GMduKlDpADSBoh+Es5vnhOIPPFRLhA9CWvpa4TzQ=" providerId="None" clId="Web-{D0C52410-CAF4-42A6-9D9B-7BCA7640BA09}" dt="2026-09-17T06:02:51.632" v="240"/>
          <ac:spMkLst>
            <pc:docMk/>
            <pc:sldMk cId="1581031580" sldId="328"/>
            <ac:spMk id="13" creationId="{11B43AD5-C067-5242-8B10-E9533571953F}"/>
          </ac:spMkLst>
        </pc:spChg>
      </pc:sldChg>
    </pc:docChg>
  </pc:docChgLst>
  <pc:docChgLst>
    <pc:chgData name="MAEDA Yuuki" userId="LH0O2BYGFWwxLJCswbkcfIbi9WSUK5oFTub0UyEOBYc=" providerId="None" clId="Web-{BD21F6F9-BD91-46C0-BF34-27EE9333F463}"/>
    <pc:docChg chg="modSld">
      <pc:chgData name="MAEDA Yuuki" userId="LH0O2BYGFWwxLJCswbkcfIbi9WSUK5oFTub0UyEOBYc=" providerId="None" clId="Web-{BD21F6F9-BD91-46C0-BF34-27EE9333F463}" dt="2026-09-17T07:40:37.954" v="12" actId="1076"/>
      <pc:docMkLst>
        <pc:docMk/>
      </pc:docMkLst>
      <pc:sldChg chg="modSp">
        <pc:chgData name="MAEDA Yuuki" userId="LH0O2BYGFWwxLJCswbkcfIbi9WSUK5oFTub0UyEOBYc=" providerId="None" clId="Web-{BD21F6F9-BD91-46C0-BF34-27EE9333F463}" dt="2026-09-17T05:29:19.980" v="1" actId="20577"/>
        <pc:sldMkLst>
          <pc:docMk/>
          <pc:sldMk cId="216290380" sldId="264"/>
        </pc:sldMkLst>
        <pc:spChg chg="mod">
          <ac:chgData name="MAEDA Yuuki" userId="LH0O2BYGFWwxLJCswbkcfIbi9WSUK5oFTub0UyEOBYc=" providerId="None" clId="Web-{BD21F6F9-BD91-46C0-BF34-27EE9333F463}" dt="2026-09-17T05:29:19.980" v="1" actId="20577"/>
          <ac:spMkLst>
            <pc:docMk/>
            <pc:sldMk cId="216290380" sldId="264"/>
            <ac:spMk id="3" creationId="{66F51BBE-F625-4D96-F41A-8AB0AF16EBF7}"/>
          </ac:spMkLst>
        </pc:spChg>
      </pc:sldChg>
      <pc:sldChg chg="modSp">
        <pc:chgData name="MAEDA Yuuki" userId="LH0O2BYGFWwxLJCswbkcfIbi9WSUK5oFTub0UyEOBYc=" providerId="None" clId="Web-{BD21F6F9-BD91-46C0-BF34-27EE9333F463}" dt="2026-09-17T07:40:37.954" v="12" actId="1076"/>
        <pc:sldMkLst>
          <pc:docMk/>
          <pc:sldMk cId="0" sldId="275"/>
        </pc:sldMkLst>
        <pc:spChg chg="mod">
          <ac:chgData name="MAEDA Yuuki" userId="LH0O2BYGFWwxLJCswbkcfIbi9WSUK5oFTub0UyEOBYc=" providerId="None" clId="Web-{BD21F6F9-BD91-46C0-BF34-27EE9333F463}" dt="2026-09-17T07:39:59.874" v="9" actId="1076"/>
          <ac:spMkLst>
            <pc:docMk/>
            <pc:sldMk cId="0" sldId="275"/>
            <ac:spMk id="497" creationId="{00000000-0000-0000-0000-000000000000}"/>
          </ac:spMkLst>
        </pc:spChg>
        <pc:spChg chg="mod">
          <ac:chgData name="MAEDA Yuuki" userId="LH0O2BYGFWwxLJCswbkcfIbi9WSUK5oFTub0UyEOBYc=" providerId="None" clId="Web-{BD21F6F9-BD91-46C0-BF34-27EE9333F463}" dt="2026-09-17T07:40:37.954" v="12" actId="1076"/>
          <ac:spMkLst>
            <pc:docMk/>
            <pc:sldMk cId="0" sldId="275"/>
            <ac:spMk id="500" creationId="{00000000-0000-0000-0000-000000000000}"/>
          </ac:spMkLst>
        </pc:spChg>
      </pc:sldChg>
      <pc:sldChg chg="modSp">
        <pc:chgData name="MAEDA Yuuki" userId="LH0O2BYGFWwxLJCswbkcfIbi9WSUK5oFTub0UyEOBYc=" providerId="None" clId="Web-{BD21F6F9-BD91-46C0-BF34-27EE9333F463}" dt="2026-09-17T07:36:36.524" v="7" actId="20577"/>
        <pc:sldMkLst>
          <pc:docMk/>
          <pc:sldMk cId="1171058737" sldId="285"/>
        </pc:sldMkLst>
        <pc:spChg chg="mod">
          <ac:chgData name="MAEDA Yuuki" userId="LH0O2BYGFWwxLJCswbkcfIbi9WSUK5oFTub0UyEOBYc=" providerId="None" clId="Web-{BD21F6F9-BD91-46C0-BF34-27EE9333F463}" dt="2026-09-17T07:36:36.524" v="7" actId="20577"/>
          <ac:spMkLst>
            <pc:docMk/>
            <pc:sldMk cId="1171058737" sldId="285"/>
            <ac:spMk id="12" creationId="{12DDDFA5-CF10-8B3C-06C3-564100076CE1}"/>
          </ac:spMkLst>
        </pc:spChg>
      </pc:sldChg>
    </pc:docChg>
  </pc:docChgLst>
  <pc:docChgLst>
    <pc:chgData name="YOSHIDA Haruto" userId="o3nT65zFR9wRUwpwlemvUDHDlrh7/SrQEICuoEKi29c=" providerId="None" clId="Web-{0E0E42E2-9444-4F24-BCFC-A6CA3A0FB3A8}"/>
    <pc:docChg chg="addSld delSld modSld sldOrd">
      <pc:chgData name="YOSHIDA Haruto" userId="o3nT65zFR9wRUwpwlemvUDHDlrh7/SrQEICuoEKi29c=" providerId="None" clId="Web-{0E0E42E2-9444-4F24-BCFC-A6CA3A0FB3A8}" dt="2026-09-17T05:13:26.014" v="389"/>
      <pc:docMkLst>
        <pc:docMk/>
      </pc:docMkLst>
      <pc:sldChg chg="modSp">
        <pc:chgData name="YOSHIDA Haruto" userId="o3nT65zFR9wRUwpwlemvUDHDlrh7/SrQEICuoEKi29c=" providerId="None" clId="Web-{0E0E42E2-9444-4F24-BCFC-A6CA3A0FB3A8}" dt="2026-09-17T05:05:18.877" v="337" actId="20577"/>
        <pc:sldMkLst>
          <pc:docMk/>
          <pc:sldMk cId="1171058737" sldId="285"/>
        </pc:sldMkLst>
        <pc:spChg chg="mod">
          <ac:chgData name="YOSHIDA Haruto" userId="o3nT65zFR9wRUwpwlemvUDHDlrh7/SrQEICuoEKi29c=" providerId="None" clId="Web-{0E0E42E2-9444-4F24-BCFC-A6CA3A0FB3A8}" dt="2026-09-17T05:04:49.658" v="330" actId="20577"/>
          <ac:spMkLst>
            <pc:docMk/>
            <pc:sldMk cId="1171058737" sldId="285"/>
            <ac:spMk id="6" creationId="{CAB4B1B9-2D9D-86A5-99F8-139C38967DBE}"/>
          </ac:spMkLst>
        </pc:spChg>
        <pc:spChg chg="mod">
          <ac:chgData name="YOSHIDA Haruto" userId="o3nT65zFR9wRUwpwlemvUDHDlrh7/SrQEICuoEKi29c=" providerId="None" clId="Web-{0E0E42E2-9444-4F24-BCFC-A6CA3A0FB3A8}" dt="2026-09-17T05:05:18.877" v="337" actId="20577"/>
          <ac:spMkLst>
            <pc:docMk/>
            <pc:sldMk cId="1171058737" sldId="285"/>
            <ac:spMk id="9" creationId="{AB935604-206D-F2B9-F22C-A6293A61D887}"/>
          </ac:spMkLst>
        </pc:spChg>
      </pc:sldChg>
      <pc:sldChg chg="addSp delSp modSp">
        <pc:chgData name="YOSHIDA Haruto" userId="o3nT65zFR9wRUwpwlemvUDHDlrh7/SrQEICuoEKi29c=" providerId="None" clId="Web-{0E0E42E2-9444-4F24-BCFC-A6CA3A0FB3A8}" dt="2026-09-16T14:13:41.132" v="299" actId="1076"/>
        <pc:sldMkLst>
          <pc:docMk/>
          <pc:sldMk cId="2550676933" sldId="304"/>
        </pc:sldMkLst>
        <pc:picChg chg="add del mod">
          <ac:chgData name="YOSHIDA Haruto" userId="o3nT65zFR9wRUwpwlemvUDHDlrh7/SrQEICuoEKi29c=" providerId="None" clId="Web-{0E0E42E2-9444-4F24-BCFC-A6CA3A0FB3A8}" dt="2026-09-16T14:11:12.157" v="288"/>
          <ac:picMkLst>
            <pc:docMk/>
            <pc:sldMk cId="2550676933" sldId="304"/>
            <ac:picMk id="4" creationId="{F095F5E9-2DB0-88AB-5555-74AF9588BF44}"/>
          </ac:picMkLst>
        </pc:picChg>
        <pc:picChg chg="del">
          <ac:chgData name="YOSHIDA Haruto" userId="o3nT65zFR9wRUwpwlemvUDHDlrh7/SrQEICuoEKi29c=" providerId="None" clId="Web-{0E0E42E2-9444-4F24-BCFC-A6CA3A0FB3A8}" dt="2026-09-16T14:11:53.518" v="296"/>
          <ac:picMkLst>
            <pc:docMk/>
            <pc:sldMk cId="2550676933" sldId="304"/>
            <ac:picMk id="5" creationId="{A77061B0-4188-6AF5-809A-9F7056B9A189}"/>
          </ac:picMkLst>
        </pc:picChg>
        <pc:picChg chg="add mod">
          <ac:chgData name="YOSHIDA Haruto" userId="o3nT65zFR9wRUwpwlemvUDHDlrh7/SrQEICuoEKi29c=" providerId="None" clId="Web-{0E0E42E2-9444-4F24-BCFC-A6CA3A0FB3A8}" dt="2026-09-16T14:11:51.252" v="295" actId="1076"/>
          <ac:picMkLst>
            <pc:docMk/>
            <pc:sldMk cId="2550676933" sldId="304"/>
            <ac:picMk id="6" creationId="{8FC2559B-722A-BE45-131F-EFA9A3736194}"/>
          </ac:picMkLst>
        </pc:picChg>
        <pc:picChg chg="del">
          <ac:chgData name="YOSHIDA Haruto" userId="o3nT65zFR9wRUwpwlemvUDHDlrh7/SrQEICuoEKi29c=" providerId="None" clId="Web-{0E0E42E2-9444-4F24-BCFC-A6CA3A0FB3A8}" dt="2026-09-16T14:11:02.438" v="283"/>
          <ac:picMkLst>
            <pc:docMk/>
            <pc:sldMk cId="2550676933" sldId="304"/>
            <ac:picMk id="7" creationId="{366265BC-AB08-71F6-DCB1-25F59CAAA320}"/>
          </ac:picMkLst>
        </pc:picChg>
        <pc:picChg chg="add mod">
          <ac:chgData name="YOSHIDA Haruto" userId="o3nT65zFR9wRUwpwlemvUDHDlrh7/SrQEICuoEKi29c=" providerId="None" clId="Web-{0E0E42E2-9444-4F24-BCFC-A6CA3A0FB3A8}" dt="2026-09-16T14:13:41.132" v="299" actId="1076"/>
          <ac:picMkLst>
            <pc:docMk/>
            <pc:sldMk cId="2550676933" sldId="304"/>
            <ac:picMk id="8" creationId="{AA359B69-A3D0-6C36-D776-454DEEFF58B1}"/>
          </ac:picMkLst>
        </pc:picChg>
      </pc:sldChg>
      <pc:sldChg chg="modSp">
        <pc:chgData name="YOSHIDA Haruto" userId="o3nT65zFR9wRUwpwlemvUDHDlrh7/SrQEICuoEKi29c=" providerId="None" clId="Web-{0E0E42E2-9444-4F24-BCFC-A6CA3A0FB3A8}" dt="2026-09-17T05:05:51.097" v="373" actId="20577"/>
        <pc:sldMkLst>
          <pc:docMk/>
          <pc:sldMk cId="1331319326" sldId="305"/>
        </pc:sldMkLst>
        <pc:spChg chg="mod">
          <ac:chgData name="YOSHIDA Haruto" userId="o3nT65zFR9wRUwpwlemvUDHDlrh7/SrQEICuoEKi29c=" providerId="None" clId="Web-{0E0E42E2-9444-4F24-BCFC-A6CA3A0FB3A8}" dt="2026-09-17T05:05:51.097" v="373" actId="20577"/>
          <ac:spMkLst>
            <pc:docMk/>
            <pc:sldMk cId="1331319326" sldId="305"/>
            <ac:spMk id="8" creationId="{5EFF7BAC-BFF9-A30B-6E25-366B3A0FE7D8}"/>
          </ac:spMkLst>
        </pc:spChg>
      </pc:sldChg>
      <pc:sldChg chg="addSp modSp">
        <pc:chgData name="YOSHIDA Haruto" userId="o3nT65zFR9wRUwpwlemvUDHDlrh7/SrQEICuoEKi29c=" providerId="None" clId="Web-{0E0E42E2-9444-4F24-BCFC-A6CA3A0FB3A8}" dt="2026-09-17T05:10:40.682" v="386" actId="1076"/>
        <pc:sldMkLst>
          <pc:docMk/>
          <pc:sldMk cId="4174001273" sldId="311"/>
        </pc:sldMkLst>
        <pc:spChg chg="mod">
          <ac:chgData name="YOSHIDA Haruto" userId="o3nT65zFR9wRUwpwlemvUDHDlrh7/SrQEICuoEKi29c=" providerId="None" clId="Web-{0E0E42E2-9444-4F24-BCFC-A6CA3A0FB3A8}" dt="2026-09-17T05:10:17.306" v="385" actId="1076"/>
          <ac:spMkLst>
            <pc:docMk/>
            <pc:sldMk cId="4174001273" sldId="311"/>
            <ac:spMk id="2" creationId="{133265C0-0446-2E6D-4671-F515CB32399A}"/>
          </ac:spMkLst>
        </pc:spChg>
        <pc:spChg chg="mod">
          <ac:chgData name="YOSHIDA Haruto" userId="o3nT65zFR9wRUwpwlemvUDHDlrh7/SrQEICuoEKi29c=" providerId="None" clId="Web-{0E0E42E2-9444-4F24-BCFC-A6CA3A0FB3A8}" dt="2026-09-16T14:10:04.529" v="282" actId="1076"/>
          <ac:spMkLst>
            <pc:docMk/>
            <pc:sldMk cId="4174001273" sldId="311"/>
            <ac:spMk id="3" creationId="{FEA3F04E-0A1B-2EDF-2E50-88FCCFC8B923}"/>
          </ac:spMkLst>
        </pc:spChg>
        <pc:spChg chg="mod">
          <ac:chgData name="YOSHIDA Haruto" userId="o3nT65zFR9wRUwpwlemvUDHDlrh7/SrQEICuoEKi29c=" providerId="None" clId="Web-{0E0E42E2-9444-4F24-BCFC-A6CA3A0FB3A8}" dt="2026-09-16T14:15:24.542" v="313" actId="14100"/>
          <ac:spMkLst>
            <pc:docMk/>
            <pc:sldMk cId="4174001273" sldId="311"/>
            <ac:spMk id="5" creationId="{E9952487-7DDE-13DF-019F-562BDB634506}"/>
          </ac:spMkLst>
        </pc:spChg>
        <pc:spChg chg="add mod">
          <ac:chgData name="YOSHIDA Haruto" userId="o3nT65zFR9wRUwpwlemvUDHDlrh7/SrQEICuoEKi29c=" providerId="None" clId="Web-{0E0E42E2-9444-4F24-BCFC-A6CA3A0FB3A8}" dt="2026-09-17T05:10:40.682" v="386" actId="1076"/>
          <ac:spMkLst>
            <pc:docMk/>
            <pc:sldMk cId="4174001273" sldId="311"/>
            <ac:spMk id="8" creationId="{1ACE3F20-E61E-AE6A-B5D1-4F8D27588DFD}"/>
          </ac:spMkLst>
        </pc:spChg>
        <pc:spChg chg="mod">
          <ac:chgData name="YOSHIDA Haruto" userId="o3nT65zFR9wRUwpwlemvUDHDlrh7/SrQEICuoEKi29c=" providerId="None" clId="Web-{0E0E42E2-9444-4F24-BCFC-A6CA3A0FB3A8}" dt="2026-09-16T14:15:57.215" v="318" actId="14100"/>
          <ac:spMkLst>
            <pc:docMk/>
            <pc:sldMk cId="4174001273" sldId="311"/>
            <ac:spMk id="9" creationId="{B5129135-8C01-8E04-47F7-564DA642FC59}"/>
          </ac:spMkLst>
        </pc:spChg>
        <pc:spChg chg="add">
          <ac:chgData name="YOSHIDA Haruto" userId="o3nT65zFR9wRUwpwlemvUDHDlrh7/SrQEICuoEKi29c=" providerId="None" clId="Web-{0E0E42E2-9444-4F24-BCFC-A6CA3A0FB3A8}" dt="2026-09-16T14:14:59.041" v="304"/>
          <ac:spMkLst>
            <pc:docMk/>
            <pc:sldMk cId="4174001273" sldId="311"/>
            <ac:spMk id="11" creationId="{B0665627-C912-92E4-7272-9223386FCC4E}"/>
          </ac:spMkLst>
        </pc:spChg>
        <pc:spChg chg="add mod">
          <ac:chgData name="YOSHIDA Haruto" userId="o3nT65zFR9wRUwpwlemvUDHDlrh7/SrQEICuoEKi29c=" providerId="None" clId="Web-{0E0E42E2-9444-4F24-BCFC-A6CA3A0FB3A8}" dt="2026-09-17T05:06:21.644" v="384" actId="20577"/>
          <ac:spMkLst>
            <pc:docMk/>
            <pc:sldMk cId="4174001273" sldId="311"/>
            <ac:spMk id="13" creationId="{5C43251E-FBF0-CC12-4F1D-F1349F567AF1}"/>
          </ac:spMkLst>
        </pc:spChg>
      </pc:sldChg>
      <pc:sldChg chg="del">
        <pc:chgData name="YOSHIDA Haruto" userId="o3nT65zFR9wRUwpwlemvUDHDlrh7/SrQEICuoEKi29c=" providerId="None" clId="Web-{0E0E42E2-9444-4F24-BCFC-A6CA3A0FB3A8}" dt="2026-09-16T13:35:22.305" v="12"/>
        <pc:sldMkLst>
          <pc:docMk/>
          <pc:sldMk cId="2793736572" sldId="312"/>
        </pc:sldMkLst>
      </pc:sldChg>
      <pc:sldChg chg="del">
        <pc:chgData name="YOSHIDA Haruto" userId="o3nT65zFR9wRUwpwlemvUDHDlrh7/SrQEICuoEKi29c=" providerId="None" clId="Web-{0E0E42E2-9444-4F24-BCFC-A6CA3A0FB3A8}" dt="2026-09-16T13:39:21.017" v="59"/>
        <pc:sldMkLst>
          <pc:docMk/>
          <pc:sldMk cId="1543683557" sldId="313"/>
        </pc:sldMkLst>
      </pc:sldChg>
      <pc:sldChg chg="addSp delSp modSp ord addAnim delAnim">
        <pc:chgData name="YOSHIDA Haruto" userId="o3nT65zFR9wRUwpwlemvUDHDlrh7/SrQEICuoEKi29c=" providerId="None" clId="Web-{0E0E42E2-9444-4F24-BCFC-A6CA3A0FB3A8}" dt="2026-09-17T05:13:26.014" v="389"/>
        <pc:sldMkLst>
          <pc:docMk/>
          <pc:sldMk cId="3269306329" sldId="322"/>
        </pc:sldMkLst>
        <pc:spChg chg="mod">
          <ac:chgData name="YOSHIDA Haruto" userId="o3nT65zFR9wRUwpwlemvUDHDlrh7/SrQEICuoEKi29c=" providerId="None" clId="Web-{0E0E42E2-9444-4F24-BCFC-A6CA3A0FB3A8}" dt="2026-09-16T13:37:53.701" v="43" actId="20577"/>
          <ac:spMkLst>
            <pc:docMk/>
            <pc:sldMk cId="3269306329" sldId="322"/>
            <ac:spMk id="3" creationId="{D115FEDA-D059-18B4-164C-428E7696BFCA}"/>
          </ac:spMkLst>
        </pc:spChg>
        <pc:spChg chg="add del mod">
          <ac:chgData name="YOSHIDA Haruto" userId="o3nT65zFR9wRUwpwlemvUDHDlrh7/SrQEICuoEKi29c=" providerId="None" clId="Web-{0E0E42E2-9444-4F24-BCFC-A6CA3A0FB3A8}" dt="2026-09-17T05:13:26.014" v="389"/>
          <ac:spMkLst>
            <pc:docMk/>
            <pc:sldMk cId="3269306329" sldId="322"/>
            <ac:spMk id="4" creationId="{CE6632B1-B9D2-5740-5AF8-CB82CE05A86E}"/>
          </ac:spMkLst>
        </pc:spChg>
        <pc:spChg chg="add del mod">
          <ac:chgData name="YOSHIDA Haruto" userId="o3nT65zFR9wRUwpwlemvUDHDlrh7/SrQEICuoEKi29c=" providerId="None" clId="Web-{0E0E42E2-9444-4F24-BCFC-A6CA3A0FB3A8}" dt="2026-09-17T05:13:25.983" v="388"/>
          <ac:spMkLst>
            <pc:docMk/>
            <pc:sldMk cId="3269306329" sldId="322"/>
            <ac:spMk id="10" creationId="{42D301E6-CB0F-722A-1E65-E8E746788C06}"/>
          </ac:spMkLst>
        </pc:spChg>
      </pc:sldChg>
      <pc:sldChg chg="modSp">
        <pc:chgData name="YOSHIDA Haruto" userId="o3nT65zFR9wRUwpwlemvUDHDlrh7/SrQEICuoEKi29c=" providerId="None" clId="Web-{0E0E42E2-9444-4F24-BCFC-A6CA3A0FB3A8}" dt="2026-09-16T14:09:37.981" v="281" actId="20577"/>
        <pc:sldMkLst>
          <pc:docMk/>
          <pc:sldMk cId="2407538112" sldId="323"/>
        </pc:sldMkLst>
        <pc:spChg chg="mod">
          <ac:chgData name="YOSHIDA Haruto" userId="o3nT65zFR9wRUwpwlemvUDHDlrh7/SrQEICuoEKi29c=" providerId="None" clId="Web-{0E0E42E2-9444-4F24-BCFC-A6CA3A0FB3A8}" dt="2026-09-16T14:04:27.109" v="239" actId="20577"/>
          <ac:spMkLst>
            <pc:docMk/>
            <pc:sldMk cId="2407538112" sldId="323"/>
            <ac:spMk id="6" creationId="{2DB5C72A-B0EA-E27E-8A86-D9F52C0D0621}"/>
          </ac:spMkLst>
        </pc:spChg>
        <pc:spChg chg="mod">
          <ac:chgData name="YOSHIDA Haruto" userId="o3nT65zFR9wRUwpwlemvUDHDlrh7/SrQEICuoEKi29c=" providerId="None" clId="Web-{0E0E42E2-9444-4F24-BCFC-A6CA3A0FB3A8}" dt="2026-09-16T14:09:37.981" v="281" actId="20577"/>
          <ac:spMkLst>
            <pc:docMk/>
            <pc:sldMk cId="2407538112" sldId="323"/>
            <ac:spMk id="34" creationId="{E8EF30D5-E9B3-F84B-595A-E52396DBA057}"/>
          </ac:spMkLst>
        </pc:spChg>
      </pc:sldChg>
      <pc:sldChg chg="add del ord replId">
        <pc:chgData name="YOSHIDA Haruto" userId="o3nT65zFR9wRUwpwlemvUDHDlrh7/SrQEICuoEKi29c=" providerId="None" clId="Web-{0E0E42E2-9444-4F24-BCFC-A6CA3A0FB3A8}" dt="2026-09-16T14:03:59.968" v="233"/>
        <pc:sldMkLst>
          <pc:docMk/>
          <pc:sldMk cId="2838216838" sldId="324"/>
        </pc:sldMkLst>
      </pc:sldChg>
      <pc:sldChg chg="addSp modSp new">
        <pc:chgData name="YOSHIDA Haruto" userId="o3nT65zFR9wRUwpwlemvUDHDlrh7/SrQEICuoEKi29c=" providerId="None" clId="Web-{0E0E42E2-9444-4F24-BCFC-A6CA3A0FB3A8}" dt="2026-09-16T13:41:04.084" v="69" actId="20577"/>
        <pc:sldMkLst>
          <pc:docMk/>
          <pc:sldMk cId="3741581157" sldId="325"/>
        </pc:sldMkLst>
        <pc:spChg chg="mod">
          <ac:chgData name="YOSHIDA Haruto" userId="o3nT65zFR9wRUwpwlemvUDHDlrh7/SrQEICuoEKi29c=" providerId="None" clId="Web-{0E0E42E2-9444-4F24-BCFC-A6CA3A0FB3A8}" dt="2026-09-16T13:41:04.084" v="69" actId="20577"/>
          <ac:spMkLst>
            <pc:docMk/>
            <pc:sldMk cId="3741581157" sldId="325"/>
            <ac:spMk id="3" creationId="{F13917D9-A86A-32E4-ED7F-4839C92CB1DD}"/>
          </ac:spMkLst>
        </pc:spChg>
        <pc:picChg chg="add mod">
          <ac:chgData name="YOSHIDA Haruto" userId="o3nT65zFR9wRUwpwlemvUDHDlrh7/SrQEICuoEKi29c=" providerId="None" clId="Web-{0E0E42E2-9444-4F24-BCFC-A6CA3A0FB3A8}" dt="2026-09-16T13:40:53.677" v="68" actId="1076"/>
          <ac:picMkLst>
            <pc:docMk/>
            <pc:sldMk cId="3741581157" sldId="325"/>
            <ac:picMk id="4" creationId="{ECE8C06C-ADD0-897D-4CC0-A645D005787E}"/>
          </ac:picMkLst>
        </pc:picChg>
      </pc:sldChg>
      <pc:sldChg chg="delSp modSp add replId">
        <pc:chgData name="YOSHIDA Haruto" userId="o3nT65zFR9wRUwpwlemvUDHDlrh7/SrQEICuoEKi29c=" providerId="None" clId="Web-{0E0E42E2-9444-4F24-BCFC-A6CA3A0FB3A8}" dt="2026-09-16T14:06:37.740" v="262" actId="20577"/>
        <pc:sldMkLst>
          <pc:docMk/>
          <pc:sldMk cId="1096265753" sldId="326"/>
        </pc:sldMkLst>
        <pc:spChg chg="mod">
          <ac:chgData name="YOSHIDA Haruto" userId="o3nT65zFR9wRUwpwlemvUDHDlrh7/SrQEICuoEKi29c=" providerId="None" clId="Web-{0E0E42E2-9444-4F24-BCFC-A6CA3A0FB3A8}" dt="2026-09-16T13:42:22.900" v="77" actId="20577"/>
          <ac:spMkLst>
            <pc:docMk/>
            <pc:sldMk cId="1096265753" sldId="326"/>
            <ac:spMk id="132" creationId="{86CA940A-A6B0-7582-CA7A-2D506A673DA2}"/>
          </ac:spMkLst>
        </pc:spChg>
        <pc:spChg chg="del">
          <ac:chgData name="YOSHIDA Haruto" userId="o3nT65zFR9wRUwpwlemvUDHDlrh7/SrQEICuoEKi29c=" providerId="None" clId="Web-{0E0E42E2-9444-4F24-BCFC-A6CA3A0FB3A8}" dt="2026-09-16T13:49:42.042" v="120"/>
          <ac:spMkLst>
            <pc:docMk/>
            <pc:sldMk cId="1096265753" sldId="326"/>
            <ac:spMk id="134" creationId="{D0F0AB51-AF06-F8C8-AE92-6267C6119E96}"/>
          </ac:spMkLst>
        </pc:spChg>
        <pc:spChg chg="del">
          <ac:chgData name="YOSHIDA Haruto" userId="o3nT65zFR9wRUwpwlemvUDHDlrh7/SrQEICuoEKi29c=" providerId="None" clId="Web-{0E0E42E2-9444-4F24-BCFC-A6CA3A0FB3A8}" dt="2026-09-16T13:49:45.324" v="121"/>
          <ac:spMkLst>
            <pc:docMk/>
            <pc:sldMk cId="1096265753" sldId="326"/>
            <ac:spMk id="135" creationId="{2E462BA7-4710-FEBF-9140-53839D93C32B}"/>
          </ac:spMkLst>
        </pc:spChg>
        <pc:spChg chg="del mod">
          <ac:chgData name="YOSHIDA Haruto" userId="o3nT65zFR9wRUwpwlemvUDHDlrh7/SrQEICuoEKi29c=" providerId="None" clId="Web-{0E0E42E2-9444-4F24-BCFC-A6CA3A0FB3A8}" dt="2026-09-16T13:49:48.168" v="122"/>
          <ac:spMkLst>
            <pc:docMk/>
            <pc:sldMk cId="1096265753" sldId="326"/>
            <ac:spMk id="136" creationId="{C736E208-5D1D-EA21-DAA2-CD1FB7A4BB17}"/>
          </ac:spMkLst>
        </pc:spChg>
        <pc:spChg chg="mod">
          <ac:chgData name="YOSHIDA Haruto" userId="o3nT65zFR9wRUwpwlemvUDHDlrh7/SrQEICuoEKi29c=" providerId="None" clId="Web-{0E0E42E2-9444-4F24-BCFC-A6CA3A0FB3A8}" dt="2026-09-16T14:05:24.315" v="246" actId="1076"/>
          <ac:spMkLst>
            <pc:docMk/>
            <pc:sldMk cId="1096265753" sldId="326"/>
            <ac:spMk id="137" creationId="{9870C581-7846-93F9-A288-320439EE6BE1}"/>
          </ac:spMkLst>
        </pc:spChg>
        <pc:spChg chg="mod">
          <ac:chgData name="YOSHIDA Haruto" userId="o3nT65zFR9wRUwpwlemvUDHDlrh7/SrQEICuoEKi29c=" providerId="None" clId="Web-{0E0E42E2-9444-4F24-BCFC-A6CA3A0FB3A8}" dt="2026-09-16T14:05:27.862" v="247" actId="1076"/>
          <ac:spMkLst>
            <pc:docMk/>
            <pc:sldMk cId="1096265753" sldId="326"/>
            <ac:spMk id="138" creationId="{B322EC45-68D7-B0B1-7B02-A3C1DC6B03A8}"/>
          </ac:spMkLst>
        </pc:spChg>
        <pc:spChg chg="mod">
          <ac:chgData name="YOSHIDA Haruto" userId="o3nT65zFR9wRUwpwlemvUDHDlrh7/SrQEICuoEKi29c=" providerId="None" clId="Web-{0E0E42E2-9444-4F24-BCFC-A6CA3A0FB3A8}" dt="2026-09-16T14:06:00.816" v="255" actId="1076"/>
          <ac:spMkLst>
            <pc:docMk/>
            <pc:sldMk cId="1096265753" sldId="326"/>
            <ac:spMk id="139" creationId="{4830D58D-40C0-D5B0-EF2F-83C354ABC69B}"/>
          </ac:spMkLst>
        </pc:spChg>
        <pc:spChg chg="mod">
          <ac:chgData name="YOSHIDA Haruto" userId="o3nT65zFR9wRUwpwlemvUDHDlrh7/SrQEICuoEKi29c=" providerId="None" clId="Web-{0E0E42E2-9444-4F24-BCFC-A6CA3A0FB3A8}" dt="2026-09-16T14:06:04.363" v="256" actId="1076"/>
          <ac:spMkLst>
            <pc:docMk/>
            <pc:sldMk cId="1096265753" sldId="326"/>
            <ac:spMk id="140" creationId="{476A9679-2431-6231-7B2C-95BA24A3CC1A}"/>
          </ac:spMkLst>
        </pc:spChg>
        <pc:spChg chg="mod">
          <ac:chgData name="YOSHIDA Haruto" userId="o3nT65zFR9wRUwpwlemvUDHDlrh7/SrQEICuoEKi29c=" providerId="None" clId="Web-{0E0E42E2-9444-4F24-BCFC-A6CA3A0FB3A8}" dt="2026-09-16T14:05:54.488" v="253" actId="1076"/>
          <ac:spMkLst>
            <pc:docMk/>
            <pc:sldMk cId="1096265753" sldId="326"/>
            <ac:spMk id="141" creationId="{CE91751C-EDCA-8E40-2058-1F8D9A34A556}"/>
          </ac:spMkLst>
        </pc:spChg>
        <pc:spChg chg="mod">
          <ac:chgData name="YOSHIDA Haruto" userId="o3nT65zFR9wRUwpwlemvUDHDlrh7/SrQEICuoEKi29c=" providerId="None" clId="Web-{0E0E42E2-9444-4F24-BCFC-A6CA3A0FB3A8}" dt="2026-09-16T14:05:57.332" v="254" actId="1076"/>
          <ac:spMkLst>
            <pc:docMk/>
            <pc:sldMk cId="1096265753" sldId="326"/>
            <ac:spMk id="142" creationId="{8A9B8C90-28D0-DC90-9967-6602E6B8E406}"/>
          </ac:spMkLst>
        </pc:spChg>
        <pc:spChg chg="mod">
          <ac:chgData name="YOSHIDA Haruto" userId="o3nT65zFR9wRUwpwlemvUDHDlrh7/SrQEICuoEKi29c=" providerId="None" clId="Web-{0E0E42E2-9444-4F24-BCFC-A6CA3A0FB3A8}" dt="2026-09-16T14:06:37.740" v="262" actId="20577"/>
          <ac:spMkLst>
            <pc:docMk/>
            <pc:sldMk cId="1096265753" sldId="326"/>
            <ac:spMk id="143" creationId="{8A699410-6F32-A189-9657-59BF18498175}"/>
          </ac:spMkLst>
        </pc:spChg>
      </pc:sldChg>
      <pc:sldChg chg="new del">
        <pc:chgData name="YOSHIDA Haruto" userId="o3nT65zFR9wRUwpwlemvUDHDlrh7/SrQEICuoEKi29c=" providerId="None" clId="Web-{0E0E42E2-9444-4F24-BCFC-A6CA3A0FB3A8}" dt="2026-09-16T13:42:09.258" v="71"/>
        <pc:sldMkLst>
          <pc:docMk/>
          <pc:sldMk cId="3488971394" sldId="326"/>
        </pc:sldMkLst>
      </pc:sldChg>
      <pc:sldChg chg="addSp delSp modSp new">
        <pc:chgData name="YOSHIDA Haruto" userId="o3nT65zFR9wRUwpwlemvUDHDlrh7/SrQEICuoEKi29c=" providerId="None" clId="Web-{0E0E42E2-9444-4F24-BCFC-A6CA3A0FB3A8}" dt="2026-09-16T14:08:55.417" v="275" actId="20577"/>
        <pc:sldMkLst>
          <pc:docMk/>
          <pc:sldMk cId="4124829826" sldId="327"/>
        </pc:sldMkLst>
        <pc:spChg chg="mod">
          <ac:chgData name="YOSHIDA Haruto" userId="o3nT65zFR9wRUwpwlemvUDHDlrh7/SrQEICuoEKi29c=" providerId="None" clId="Web-{0E0E42E2-9444-4F24-BCFC-A6CA3A0FB3A8}" dt="2026-09-16T13:51:54.048" v="136" actId="20577"/>
          <ac:spMkLst>
            <pc:docMk/>
            <pc:sldMk cId="4124829826" sldId="327"/>
            <ac:spMk id="3" creationId="{FF952DC0-56C9-7CB3-A8B2-9A21C1E95EE8}"/>
          </ac:spMkLst>
        </pc:spChg>
        <pc:spChg chg="add del">
          <ac:chgData name="YOSHIDA Haruto" userId="o3nT65zFR9wRUwpwlemvUDHDlrh7/SrQEICuoEKi29c=" providerId="None" clId="Web-{0E0E42E2-9444-4F24-BCFC-A6CA3A0FB3A8}" dt="2026-09-16T13:54:25.757" v="144"/>
          <ac:spMkLst>
            <pc:docMk/>
            <pc:sldMk cId="4124829826" sldId="327"/>
            <ac:spMk id="5" creationId="{106E5B43-AB60-30BF-7C0B-2B6441F97B5F}"/>
          </ac:spMkLst>
        </pc:spChg>
        <pc:spChg chg="add mod">
          <ac:chgData name="YOSHIDA Haruto" userId="o3nT65zFR9wRUwpwlemvUDHDlrh7/SrQEICuoEKi29c=" providerId="None" clId="Web-{0E0E42E2-9444-4F24-BCFC-A6CA3A0FB3A8}" dt="2026-09-16T13:58:38.455" v="187" actId="1076"/>
          <ac:spMkLst>
            <pc:docMk/>
            <pc:sldMk cId="4124829826" sldId="327"/>
            <ac:spMk id="6" creationId="{612A96E1-6EF8-5B41-1550-544821C7F9A2}"/>
          </ac:spMkLst>
        </pc:spChg>
        <pc:spChg chg="add mod">
          <ac:chgData name="YOSHIDA Haruto" userId="o3nT65zFR9wRUwpwlemvUDHDlrh7/SrQEICuoEKi29c=" providerId="None" clId="Web-{0E0E42E2-9444-4F24-BCFC-A6CA3A0FB3A8}" dt="2026-09-16T13:56:16.340" v="169" actId="1076"/>
          <ac:spMkLst>
            <pc:docMk/>
            <pc:sldMk cId="4124829826" sldId="327"/>
            <ac:spMk id="7" creationId="{CEF38A9E-B93E-1560-BBA2-00EE7EBE41CA}"/>
          </ac:spMkLst>
        </pc:spChg>
        <pc:spChg chg="add mod">
          <ac:chgData name="YOSHIDA Haruto" userId="o3nT65zFR9wRUwpwlemvUDHDlrh7/SrQEICuoEKi29c=" providerId="None" clId="Web-{0E0E42E2-9444-4F24-BCFC-A6CA3A0FB3A8}" dt="2026-09-16T14:08:55.417" v="275" actId="20577"/>
          <ac:spMkLst>
            <pc:docMk/>
            <pc:sldMk cId="4124829826" sldId="327"/>
            <ac:spMk id="10" creationId="{160ADED3-7BB8-37CF-B8E8-2CFC707EC236}"/>
          </ac:spMkLst>
        </pc:spChg>
        <pc:spChg chg="add mod">
          <ac:chgData name="YOSHIDA Haruto" userId="o3nT65zFR9wRUwpwlemvUDHDlrh7/SrQEICuoEKi29c=" providerId="None" clId="Web-{0E0E42E2-9444-4F24-BCFC-A6CA3A0FB3A8}" dt="2026-09-16T14:03:00.168" v="231" actId="1076"/>
          <ac:spMkLst>
            <pc:docMk/>
            <pc:sldMk cId="4124829826" sldId="327"/>
            <ac:spMk id="11" creationId="{8E339778-225A-4BAC-53E1-146F624105D4}"/>
          </ac:spMkLst>
        </pc:spChg>
        <pc:picChg chg="add mod">
          <ac:chgData name="YOSHIDA Haruto" userId="o3nT65zFR9wRUwpwlemvUDHDlrh7/SrQEICuoEKi29c=" providerId="None" clId="Web-{0E0E42E2-9444-4F24-BCFC-A6CA3A0FB3A8}" dt="2026-09-16T13:56:06.745" v="167" actId="1076"/>
          <ac:picMkLst>
            <pc:docMk/>
            <pc:sldMk cId="4124829826" sldId="327"/>
            <ac:picMk id="4" creationId="{687B6A7F-854C-9D56-312C-3220A4AD7060}"/>
          </ac:picMkLst>
        </pc:picChg>
        <pc:picChg chg="add mod">
          <ac:chgData name="YOSHIDA Haruto" userId="o3nT65zFR9wRUwpwlemvUDHDlrh7/SrQEICuoEKi29c=" providerId="None" clId="Web-{0E0E42E2-9444-4F24-BCFC-A6CA3A0FB3A8}" dt="2026-09-16T14:01:41.181" v="217" actId="1076"/>
          <ac:picMkLst>
            <pc:docMk/>
            <pc:sldMk cId="4124829826" sldId="327"/>
            <ac:picMk id="8" creationId="{A12AF546-8F89-8164-7C29-C5AD9EB6CE18}"/>
          </ac:picMkLst>
        </pc:picChg>
        <pc:picChg chg="add mod">
          <ac:chgData name="YOSHIDA Haruto" userId="o3nT65zFR9wRUwpwlemvUDHDlrh7/SrQEICuoEKi29c=" providerId="None" clId="Web-{0E0E42E2-9444-4F24-BCFC-A6CA3A0FB3A8}" dt="2026-09-16T13:58:15.923" v="180" actId="1076"/>
          <ac:picMkLst>
            <pc:docMk/>
            <pc:sldMk cId="4124829826" sldId="327"/>
            <ac:picMk id="9" creationId="{5F1276DD-0E3F-65DC-AE89-DBD544D2FA89}"/>
          </ac:picMkLst>
        </pc:picChg>
      </pc:sldChg>
      <pc:sldChg chg="add replId">
        <pc:chgData name="YOSHIDA Haruto" userId="o3nT65zFR9wRUwpwlemvUDHDlrh7/SrQEICuoEKi29c=" providerId="None" clId="Web-{0E0E42E2-9444-4F24-BCFC-A6CA3A0FB3A8}" dt="2026-09-17T05:13:25.624" v="387"/>
        <pc:sldMkLst>
          <pc:docMk/>
          <pc:sldMk cId="1581031580" sldId="328"/>
        </pc:sldMkLst>
      </pc:sldChg>
    </pc:docChg>
  </pc:docChgLst>
  <pc:docChgLst>
    <pc:chgData name="MAEDA Yuuki" userId="LH0O2BYGFWwxLJCswbkcfIbi9WSUK5oFTub0UyEOBYc=" providerId="None" clId="Web-{61C10807-35A3-4517-8DBF-A4C9B8CD1E3A}"/>
    <pc:docChg chg="addSld delSld modSld">
      <pc:chgData name="MAEDA Yuuki" userId="LH0O2BYGFWwxLJCswbkcfIbi9WSUK5oFTub0UyEOBYc=" providerId="None" clId="Web-{61C10807-35A3-4517-8DBF-A4C9B8CD1E3A}" dt="2026-09-16T10:06:56.903" v="8" actId="20577"/>
      <pc:docMkLst>
        <pc:docMk/>
      </pc:docMkLst>
      <pc:sldChg chg="add">
        <pc:chgData name="MAEDA Yuuki" userId="LH0O2BYGFWwxLJCswbkcfIbi9WSUK5oFTub0UyEOBYc=" providerId="None" clId="Web-{61C10807-35A3-4517-8DBF-A4C9B8CD1E3A}" dt="2026-09-16T10:06:01.182" v="4"/>
        <pc:sldMkLst>
          <pc:docMk/>
          <pc:sldMk cId="0" sldId="258"/>
        </pc:sldMkLst>
      </pc:sldChg>
      <pc:sldChg chg="add">
        <pc:chgData name="MAEDA Yuuki" userId="LH0O2BYGFWwxLJCswbkcfIbi9WSUK5oFTub0UyEOBYc=" providerId="None" clId="Web-{61C10807-35A3-4517-8DBF-A4C9B8CD1E3A}" dt="2026-09-16T10:06:20.636" v="6"/>
        <pc:sldMkLst>
          <pc:docMk/>
          <pc:sldMk cId="0" sldId="259"/>
        </pc:sldMkLst>
      </pc:sldChg>
      <pc:sldChg chg="add">
        <pc:chgData name="MAEDA Yuuki" userId="LH0O2BYGFWwxLJCswbkcfIbi9WSUK5oFTub0UyEOBYc=" providerId="None" clId="Web-{61C10807-35A3-4517-8DBF-A4C9B8CD1E3A}" dt="2026-09-16T10:06:11.839" v="5"/>
        <pc:sldMkLst>
          <pc:docMk/>
          <pc:sldMk cId="0" sldId="260"/>
        </pc:sldMkLst>
      </pc:sldChg>
      <pc:sldChg chg="modSp">
        <pc:chgData name="MAEDA Yuuki" userId="LH0O2BYGFWwxLJCswbkcfIbi9WSUK5oFTub0UyEOBYc=" providerId="None" clId="Web-{61C10807-35A3-4517-8DBF-A4C9B8CD1E3A}" dt="2026-09-16T10:06:56.903" v="8" actId="20577"/>
        <pc:sldMkLst>
          <pc:docMk/>
          <pc:sldMk cId="1331319326" sldId="305"/>
        </pc:sldMkLst>
        <pc:spChg chg="mod">
          <ac:chgData name="MAEDA Yuuki" userId="LH0O2BYGFWwxLJCswbkcfIbi9WSUK5oFTub0UyEOBYc=" providerId="None" clId="Web-{61C10807-35A3-4517-8DBF-A4C9B8CD1E3A}" dt="2026-09-16T10:06:56.903" v="8" actId="20577"/>
          <ac:spMkLst>
            <pc:docMk/>
            <pc:sldMk cId="1331319326" sldId="305"/>
            <ac:spMk id="9" creationId="{37ECCBC8-0E64-AD8E-3A1E-A49D16E33B17}"/>
          </ac:spMkLst>
        </pc:spChg>
      </pc:sldChg>
      <pc:sldChg chg="del">
        <pc:chgData name="MAEDA Yuuki" userId="LH0O2BYGFWwxLJCswbkcfIbi9WSUK5oFTub0UyEOBYc=" providerId="None" clId="Web-{61C10807-35A3-4517-8DBF-A4C9B8CD1E3A}" dt="2026-09-16T10:05:45.416" v="3"/>
        <pc:sldMkLst>
          <pc:docMk/>
          <pc:sldMk cId="3902143226" sldId="306"/>
        </pc:sldMkLst>
      </pc:sldChg>
      <pc:sldChg chg="del">
        <pc:chgData name="MAEDA Yuuki" userId="LH0O2BYGFWwxLJCswbkcfIbi9WSUK5oFTub0UyEOBYc=" providerId="None" clId="Web-{61C10807-35A3-4517-8DBF-A4C9B8CD1E3A}" dt="2026-09-16T10:05:41.650" v="2"/>
        <pc:sldMkLst>
          <pc:docMk/>
          <pc:sldMk cId="1989544474" sldId="307"/>
        </pc:sldMkLst>
      </pc:sldChg>
      <pc:sldChg chg="del">
        <pc:chgData name="MAEDA Yuuki" userId="LH0O2BYGFWwxLJCswbkcfIbi9WSUK5oFTub0UyEOBYc=" providerId="None" clId="Web-{61C10807-35A3-4517-8DBF-A4C9B8CD1E3A}" dt="2026-09-16T10:05:39.228" v="1"/>
        <pc:sldMkLst>
          <pc:docMk/>
          <pc:sldMk cId="3504874329" sldId="308"/>
        </pc:sldMkLst>
      </pc:sldChg>
      <pc:sldChg chg="del">
        <pc:chgData name="MAEDA Yuuki" userId="LH0O2BYGFWwxLJCswbkcfIbi9WSUK5oFTub0UyEOBYc=" providerId="None" clId="Web-{61C10807-35A3-4517-8DBF-A4C9B8CD1E3A}" dt="2026-09-16T10:05:37.197" v="0"/>
        <pc:sldMkLst>
          <pc:docMk/>
          <pc:sldMk cId="2922590922" sldId="309"/>
        </pc:sldMkLst>
      </pc:sldChg>
    </pc:docChg>
  </pc:docChgLst>
  <pc:docChgLst>
    <pc:chgData name="MAEDA Yuuki" userId="LH0O2BYGFWwxLJCswbkcfIbi9WSUK5oFTub0UyEOBYc=" providerId="None" clId="Web-{765B78CE-53C8-4EB6-AE2F-5C7DA8153ED5}"/>
    <pc:docChg chg="addSld delSld modSld">
      <pc:chgData name="MAEDA Yuuki" userId="LH0O2BYGFWwxLJCswbkcfIbi9WSUK5oFTub0UyEOBYc=" providerId="None" clId="Web-{765B78CE-53C8-4EB6-AE2F-5C7DA8153ED5}" dt="2026-09-16T10:27:47.831" v="109" actId="1076"/>
      <pc:docMkLst>
        <pc:docMk/>
      </pc:docMkLst>
      <pc:sldChg chg="addSp delSp modSp del">
        <pc:chgData name="MAEDA Yuuki" userId="LH0O2BYGFWwxLJCswbkcfIbi9WSUK5oFTub0UyEOBYc=" providerId="None" clId="Web-{765B78CE-53C8-4EB6-AE2F-5C7DA8153ED5}" dt="2026-09-16T10:27:18.502" v="95"/>
        <pc:sldMkLst>
          <pc:docMk/>
          <pc:sldMk cId="0" sldId="259"/>
        </pc:sldMkLst>
        <pc:spChg chg="mod">
          <ac:chgData name="MAEDA Yuuki" userId="LH0O2BYGFWwxLJCswbkcfIbi9WSUK5oFTub0UyEOBYc=" providerId="None" clId="Web-{765B78CE-53C8-4EB6-AE2F-5C7DA8153ED5}" dt="2026-09-16T10:15:09.814" v="14" actId="20577"/>
          <ac:spMkLst>
            <pc:docMk/>
            <pc:sldMk cId="0" sldId="259"/>
            <ac:spMk id="126" creationId="{00000000-0000-0000-0000-000000000000}"/>
          </ac:spMkLst>
        </pc:spChg>
        <pc:spChg chg="del">
          <ac:chgData name="MAEDA Yuuki" userId="LH0O2BYGFWwxLJCswbkcfIbi9WSUK5oFTub0UyEOBYc=" providerId="None" clId="Web-{765B78CE-53C8-4EB6-AE2F-5C7DA8153ED5}" dt="2026-09-16T10:14:45.469" v="6"/>
          <ac:spMkLst>
            <pc:docMk/>
            <pc:sldMk cId="0" sldId="259"/>
            <ac:spMk id="128" creationId="{00000000-0000-0000-0000-000000000000}"/>
          </ac:spMkLst>
        </pc:spChg>
        <pc:spChg chg="del mod">
          <ac:chgData name="MAEDA Yuuki" userId="LH0O2BYGFWwxLJCswbkcfIbi9WSUK5oFTub0UyEOBYc=" providerId="None" clId="Web-{765B78CE-53C8-4EB6-AE2F-5C7DA8153ED5}" dt="2026-09-16T10:25:37.639" v="86"/>
          <ac:spMkLst>
            <pc:docMk/>
            <pc:sldMk cId="0" sldId="259"/>
            <ac:spMk id="130" creationId="{00000000-0000-0000-0000-000000000000}"/>
          </ac:spMkLst>
        </pc:spChg>
        <pc:picChg chg="add mod">
          <ac:chgData name="MAEDA Yuuki" userId="LH0O2BYGFWwxLJCswbkcfIbi9WSUK5oFTub0UyEOBYc=" providerId="None" clId="Web-{765B78CE-53C8-4EB6-AE2F-5C7DA8153ED5}" dt="2026-09-16T10:25:49.061" v="91" actId="1076"/>
          <ac:picMkLst>
            <pc:docMk/>
            <pc:sldMk cId="0" sldId="259"/>
            <ac:picMk id="2" creationId="{D1BD8BAC-B39D-C683-553D-5FAD5A57C7CD}"/>
          </ac:picMkLst>
        </pc:picChg>
        <pc:picChg chg="del">
          <ac:chgData name="MAEDA Yuuki" userId="LH0O2BYGFWwxLJCswbkcfIbi9WSUK5oFTub0UyEOBYc=" providerId="None" clId="Web-{765B78CE-53C8-4EB6-AE2F-5C7DA8153ED5}" dt="2026-09-16T10:14:39.734" v="2"/>
          <ac:picMkLst>
            <pc:docMk/>
            <pc:sldMk cId="0" sldId="259"/>
            <ac:picMk id="129" creationId="{00000000-0000-0000-0000-000000000000}"/>
          </ac:picMkLst>
        </pc:picChg>
      </pc:sldChg>
      <pc:sldChg chg="modSp add del">
        <pc:chgData name="MAEDA Yuuki" userId="LH0O2BYGFWwxLJCswbkcfIbi9WSUK5oFTub0UyEOBYc=" providerId="None" clId="Web-{765B78CE-53C8-4EB6-AE2F-5C7DA8153ED5}" dt="2026-09-16T10:27:47.831" v="109" actId="1076"/>
        <pc:sldMkLst>
          <pc:docMk/>
          <pc:sldMk cId="0" sldId="275"/>
        </pc:sldMkLst>
        <pc:spChg chg="mod">
          <ac:chgData name="MAEDA Yuuki" userId="LH0O2BYGFWwxLJCswbkcfIbi9WSUK5oFTub0UyEOBYc=" providerId="None" clId="Web-{765B78CE-53C8-4EB6-AE2F-5C7DA8153ED5}" dt="2026-09-16T10:27:47.691" v="96" actId="1076"/>
          <ac:spMkLst>
            <pc:docMk/>
            <pc:sldMk cId="0" sldId="275"/>
            <ac:spMk id="489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691" v="97" actId="1076"/>
          <ac:spMkLst>
            <pc:docMk/>
            <pc:sldMk cId="0" sldId="275"/>
            <ac:spMk id="490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706" v="98" actId="1076"/>
          <ac:spMkLst>
            <pc:docMk/>
            <pc:sldMk cId="0" sldId="275"/>
            <ac:spMk id="491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722" v="99" actId="1076"/>
          <ac:spMkLst>
            <pc:docMk/>
            <pc:sldMk cId="0" sldId="275"/>
            <ac:spMk id="492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722" v="100" actId="1076"/>
          <ac:spMkLst>
            <pc:docMk/>
            <pc:sldMk cId="0" sldId="275"/>
            <ac:spMk id="493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738" v="101" actId="1076"/>
          <ac:spMkLst>
            <pc:docMk/>
            <pc:sldMk cId="0" sldId="275"/>
            <ac:spMk id="494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753" v="102" actId="1076"/>
          <ac:spMkLst>
            <pc:docMk/>
            <pc:sldMk cId="0" sldId="275"/>
            <ac:spMk id="495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753" v="103" actId="1076"/>
          <ac:spMkLst>
            <pc:docMk/>
            <pc:sldMk cId="0" sldId="275"/>
            <ac:spMk id="496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769" v="104" actId="1076"/>
          <ac:spMkLst>
            <pc:docMk/>
            <pc:sldMk cId="0" sldId="275"/>
            <ac:spMk id="497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784" v="105" actId="1076"/>
          <ac:spMkLst>
            <pc:docMk/>
            <pc:sldMk cId="0" sldId="275"/>
            <ac:spMk id="498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784" v="106" actId="1076"/>
          <ac:spMkLst>
            <pc:docMk/>
            <pc:sldMk cId="0" sldId="275"/>
            <ac:spMk id="499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800" v="107" actId="1076"/>
          <ac:spMkLst>
            <pc:docMk/>
            <pc:sldMk cId="0" sldId="275"/>
            <ac:spMk id="500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816" v="108" actId="1076"/>
          <ac:spMkLst>
            <pc:docMk/>
            <pc:sldMk cId="0" sldId="275"/>
            <ac:spMk id="501" creationId="{00000000-0000-0000-0000-000000000000}"/>
          </ac:spMkLst>
        </pc:spChg>
        <pc:spChg chg="mod">
          <ac:chgData name="MAEDA Yuuki" userId="LH0O2BYGFWwxLJCswbkcfIbi9WSUK5oFTub0UyEOBYc=" providerId="None" clId="Web-{765B78CE-53C8-4EB6-AE2F-5C7DA8153ED5}" dt="2026-09-16T10:27:47.831" v="109" actId="1076"/>
          <ac:spMkLst>
            <pc:docMk/>
            <pc:sldMk cId="0" sldId="275"/>
            <ac:spMk id="502" creationId="{00000000-0000-0000-0000-000000000000}"/>
          </ac:spMkLst>
        </pc:spChg>
      </pc:sldChg>
      <pc:sldChg chg="addSp modSp">
        <pc:chgData name="MAEDA Yuuki" userId="LH0O2BYGFWwxLJCswbkcfIbi9WSUK5oFTub0UyEOBYc=" providerId="None" clId="Web-{765B78CE-53C8-4EB6-AE2F-5C7DA8153ED5}" dt="2026-09-16T10:24:32.480" v="85" actId="1076"/>
        <pc:sldMkLst>
          <pc:docMk/>
          <pc:sldMk cId="1331319326" sldId="305"/>
        </pc:sldMkLst>
        <pc:spChg chg="mod">
          <ac:chgData name="MAEDA Yuuki" userId="LH0O2BYGFWwxLJCswbkcfIbi9WSUK5oFTub0UyEOBYc=" providerId="None" clId="Web-{765B78CE-53C8-4EB6-AE2F-5C7DA8153ED5}" dt="2026-09-16T10:24:32.464" v="83" actId="1076"/>
          <ac:spMkLst>
            <pc:docMk/>
            <pc:sldMk cId="1331319326" sldId="305"/>
            <ac:spMk id="2" creationId="{FFB297BD-A4CA-8815-E9E1-2AE019A573AB}"/>
          </ac:spMkLst>
        </pc:spChg>
        <pc:spChg chg="add mod">
          <ac:chgData name="MAEDA Yuuki" userId="LH0O2BYGFWwxLJCswbkcfIbi9WSUK5oFTub0UyEOBYc=" providerId="None" clId="Web-{765B78CE-53C8-4EB6-AE2F-5C7DA8153ED5}" dt="2026-09-16T10:24:22.745" v="80" actId="1076"/>
          <ac:spMkLst>
            <pc:docMk/>
            <pc:sldMk cId="1331319326" sldId="305"/>
            <ac:spMk id="3" creationId="{EAFC30B0-218E-1AB1-6273-274244F1BBF8}"/>
          </ac:spMkLst>
        </pc:spChg>
        <pc:spChg chg="mod">
          <ac:chgData name="MAEDA Yuuki" userId="LH0O2BYGFWwxLJCswbkcfIbi9WSUK5oFTub0UyEOBYc=" providerId="None" clId="Web-{765B78CE-53C8-4EB6-AE2F-5C7DA8153ED5}" dt="2026-09-16T10:24:32.464" v="84" actId="1076"/>
          <ac:spMkLst>
            <pc:docMk/>
            <pc:sldMk cId="1331319326" sldId="305"/>
            <ac:spMk id="5" creationId="{5EFD0764-F1D6-FFCF-A6BB-3447265870A4}"/>
          </ac:spMkLst>
        </pc:spChg>
        <pc:spChg chg="add mod">
          <ac:chgData name="MAEDA Yuuki" userId="LH0O2BYGFWwxLJCswbkcfIbi9WSUK5oFTub0UyEOBYc=" providerId="None" clId="Web-{765B78CE-53C8-4EB6-AE2F-5C7DA8153ED5}" dt="2026-09-16T10:24:22.745" v="81" actId="1076"/>
          <ac:spMkLst>
            <pc:docMk/>
            <pc:sldMk cId="1331319326" sldId="305"/>
            <ac:spMk id="7" creationId="{9ED13A45-7674-3EF5-FAD7-512186AC1C3F}"/>
          </ac:spMkLst>
        </pc:spChg>
        <pc:spChg chg="add mod">
          <ac:chgData name="MAEDA Yuuki" userId="LH0O2BYGFWwxLJCswbkcfIbi9WSUK5oFTub0UyEOBYc=" providerId="None" clId="Web-{765B78CE-53C8-4EB6-AE2F-5C7DA8153ED5}" dt="2026-09-16T10:24:22.761" v="82" actId="1076"/>
          <ac:spMkLst>
            <pc:docMk/>
            <pc:sldMk cId="1331319326" sldId="305"/>
            <ac:spMk id="8" creationId="{5EFF7BAC-BFF9-A30B-6E25-366B3A0FE7D8}"/>
          </ac:spMkLst>
        </pc:spChg>
        <pc:spChg chg="mod">
          <ac:chgData name="MAEDA Yuuki" userId="LH0O2BYGFWwxLJCswbkcfIbi9WSUK5oFTub0UyEOBYc=" providerId="None" clId="Web-{765B78CE-53C8-4EB6-AE2F-5C7DA8153ED5}" dt="2026-09-16T10:24:32.480" v="85" actId="1076"/>
          <ac:spMkLst>
            <pc:docMk/>
            <pc:sldMk cId="1331319326" sldId="305"/>
            <ac:spMk id="9" creationId="{37ECCBC8-0E64-AD8E-3A1E-A49D16E33B1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AB83EA4B-B552-4348-9F79-9CC79FF47F8F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DFD6A99-F84B-429E-8B93-D93C354EB50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344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9DBEC-2C36-1BB2-9A7C-10A2B3735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878303D-419E-9015-6F36-28E8740FD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E84207F-CCC6-E45F-5FEE-AF18BA2A6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400" dirty="0"/>
              <a:t>【1枚目／40秒】実施内容</a:t>
            </a:r>
          </a:p>
          <a:p>
            <a:r>
              <a:rPr kumimoji="1" lang="ja-JP" altLang="en-US" sz="1400" dirty="0"/>
              <a:t>今週は、ろう学校での調査に使う書類を3つ作りました。</a:t>
            </a:r>
          </a:p>
          <a:p>
            <a:r>
              <a:rPr kumimoji="1" lang="ja-JP" altLang="en-US" sz="1400" dirty="0"/>
              <a:t>1つ目は保護者用の説明と同意書で、研究の内容、記録するもの、いつでもやめられることを1枚にまとめました。</a:t>
            </a:r>
          </a:p>
          <a:p>
            <a:r>
              <a:rPr kumimoji="1" lang="ja-JP" altLang="en-US" sz="1400" dirty="0"/>
              <a:t>2つ目は生徒用の説明と同意書で、文を短くして、むずかしい言葉にはふりがなをつけました。</a:t>
            </a:r>
          </a:p>
          <a:p>
            <a:r>
              <a:rPr kumimoji="1" lang="ja-JP" altLang="en-US" sz="1400" dirty="0"/>
              <a:t>3つ目は使用後のアンケートで、4段階の15問と自由記述の3問です。名前は書きません。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2B7DDCD-8F8E-5E31-734E-660E68D47E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FD6A99-F84B-429E-8B93-D93C354EB50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7207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400" dirty="0"/>
              <a:t>【2枚目／20秒】同意書の変更</a:t>
            </a:r>
          </a:p>
          <a:p>
            <a:r>
              <a:rPr kumimoji="1" lang="ja-JP" altLang="en-US" sz="1400" dirty="0"/>
              <a:t>前回まで未定だった同意書の問い合わせ先を、先生の名刺のとおりに変更しました。</a:t>
            </a:r>
          </a:p>
          <a:p>
            <a:r>
              <a:rPr kumimoji="1" lang="ja-JP" altLang="en-US" sz="1400" dirty="0"/>
              <a:t>上が保護者用、下が生徒用で、どちらも同じ内容です。</a:t>
            </a:r>
          </a:p>
          <a:p>
            <a:r>
              <a:rPr kumimoji="1" lang="ja-JP" altLang="en-US" sz="1400" dirty="0"/>
              <a:t>この内容で問題ないか、ご確認をお願いします。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E1E52-1B0C-4B1E-9D0F-2C3A4B5C6D7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400" dirty="0"/>
              <a:t>【3枚目／20秒】来週以降にやること</a:t>
            </a:r>
          </a:p>
          <a:p>
            <a:r>
              <a:rPr kumimoji="1" lang="ja-JP" altLang="en-US" sz="1400" dirty="0"/>
              <a:t>来週は、アプリの手順書を作ります。</a:t>
            </a:r>
          </a:p>
          <a:p>
            <a:r>
              <a:rPr kumimoji="1" lang="ja-JP" altLang="en-US" sz="1400" dirty="0"/>
              <a:t>生徒向けには録音してから結果を確認するまで、保護者向けにはお手本を録画して登録するまでの流れを、</a:t>
            </a:r>
          </a:p>
          <a:p>
            <a:r>
              <a:rPr kumimoji="1" lang="ja-JP" altLang="en-US" sz="1400" dirty="0"/>
              <a:t>画面の画像つきで1つずつ説明します。以上です。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E1E52-1B0C-4B1E-9D0F-2C3A4B5C6D7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E10D62-C92A-4F1E-98D6-8AAD41AD5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DA12759-84C9-4872-B09F-422C125F8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FB15B41-7374-4CC7-9109-47CF158D07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4947285"/>
            <a:ext cx="4562475" cy="182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9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BB12E4-4FB4-403B-93B8-BB9D7FC9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3989B16-BB6F-4720-8B0E-61CAC053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69366A-DF25-4519-BAC1-480D4D4D3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4F8A609-CDB0-4A53-B415-41085FC3997F}"/>
              </a:ext>
            </a:extLst>
          </p:cNvPr>
          <p:cNvSpPr/>
          <p:nvPr userDrawn="1"/>
        </p:nvSpPr>
        <p:spPr>
          <a:xfrm>
            <a:off x="0" y="941546"/>
            <a:ext cx="12192000" cy="94456"/>
          </a:xfrm>
          <a:prstGeom prst="rect">
            <a:avLst/>
          </a:prstGeom>
          <a:gradFill flip="none" rotWithShape="1">
            <a:gsLst>
              <a:gs pos="50300">
                <a:srgbClr val="7191FB"/>
              </a:gs>
              <a:gs pos="0">
                <a:srgbClr val="003CFF"/>
              </a:gs>
              <a:gs pos="100000">
                <a:srgbClr val="E0E5F7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621C29B-1C6D-422E-8F84-C6A20BB7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4643"/>
            <a:ext cx="10515600" cy="93690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D99C714-3F88-4772-B944-03EF6D7870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15332"/>
            <a:ext cx="1743075" cy="69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00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レイアウト_引用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0E7CD8-40FC-4276-9769-D0F74126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0"/>
            <a:ext cx="10515600" cy="94154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DBCF50A-D14A-4AB8-AF69-317DB83207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6C071F-0D9C-4209-B1B5-FDE6B10623E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CD32116-3149-4A79-AF49-7F7EC47A31CA}"/>
              </a:ext>
            </a:extLst>
          </p:cNvPr>
          <p:cNvSpPr/>
          <p:nvPr userDrawn="1"/>
        </p:nvSpPr>
        <p:spPr>
          <a:xfrm>
            <a:off x="0" y="941546"/>
            <a:ext cx="12192000" cy="94456"/>
          </a:xfrm>
          <a:prstGeom prst="rect">
            <a:avLst/>
          </a:prstGeom>
          <a:gradFill flip="none" rotWithShape="1">
            <a:gsLst>
              <a:gs pos="50300">
                <a:srgbClr val="7191FB"/>
              </a:gs>
              <a:gs pos="0">
                <a:srgbClr val="003CFF"/>
              </a:gs>
              <a:gs pos="100000">
                <a:srgbClr val="E0E5F7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0F0CA54-1FF0-4446-B8F6-4E9CA4FBD1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15332"/>
            <a:ext cx="1743075" cy="697230"/>
          </a:xfrm>
          <a:prstGeom prst="rect">
            <a:avLst/>
          </a:prstGeom>
        </p:spPr>
      </p:pic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B2B1F7C-0E26-442F-8C28-A08ABD2F5E2E}"/>
              </a:ext>
            </a:extLst>
          </p:cNvPr>
          <p:cNvCxnSpPr>
            <a:cxnSpLocks/>
          </p:cNvCxnSpPr>
          <p:nvPr userDrawn="1"/>
        </p:nvCxnSpPr>
        <p:spPr>
          <a:xfrm>
            <a:off x="0" y="6029325"/>
            <a:ext cx="1219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53F33C3A-E648-4AC6-A84A-D7699640E9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" y="6029325"/>
            <a:ext cx="12039600" cy="828672"/>
          </a:xfrm>
        </p:spPr>
        <p:txBody>
          <a:bodyPr>
            <a:normAutofit/>
          </a:bodyPr>
          <a:lstStyle>
            <a:lvl1pPr>
              <a:defRPr sz="1400"/>
            </a:lvl1pPr>
            <a:lvl2pPr marL="457200" indent="0">
              <a:buNone/>
              <a:defRPr/>
            </a:lvl2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8249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セクションレイアウト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77B989D-4740-4A96-A8FE-30CCCA49F0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6A4F63D-54A3-4368-BDE4-8143D4E1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1B8AC74-6922-4AED-8284-190F413E7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47FB028-DD22-426B-A01D-C63796C41A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925" y="115332"/>
            <a:ext cx="1743075" cy="69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3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レイアウト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3BC383-D445-46D7-A9BE-66B84569D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12" y="1803585"/>
            <a:ext cx="10515600" cy="1325563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456AA36-8927-46F0-B179-7AECE390502A}"/>
              </a:ext>
            </a:extLst>
          </p:cNvPr>
          <p:cNvSpPr/>
          <p:nvPr userDrawn="1"/>
        </p:nvSpPr>
        <p:spPr>
          <a:xfrm>
            <a:off x="0" y="3129148"/>
            <a:ext cx="12192000" cy="94456"/>
          </a:xfrm>
          <a:prstGeom prst="rect">
            <a:avLst/>
          </a:prstGeom>
          <a:gradFill flip="none" rotWithShape="1">
            <a:gsLst>
              <a:gs pos="0">
                <a:srgbClr val="270AFE"/>
              </a:gs>
              <a:gs pos="100000">
                <a:srgbClr val="E0E5F7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8117097-358B-4C92-A4F5-0ED0DE0D6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6712" y="3445608"/>
            <a:ext cx="10515600" cy="186055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F76C799-F711-44C6-BC37-713FC45F0B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847" y="4902199"/>
            <a:ext cx="4651378" cy="186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12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61AB44-B507-4BA8-A329-22D5654AE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977671-9D5B-45FB-BF41-47FCF4E2A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E0CCD0-3AC3-49BA-9FD3-94611FB7B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2600" y="5159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3E6C071F-0D9C-4209-B1B5-FDE6B10623E0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700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7" r:id="rId3"/>
    <p:sldLayoutId id="2147483655" r:id="rId4"/>
    <p:sldLayoutId id="214748365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contact_hogo.png"/><Relationship Id="rId4" Type="http://schemas.openxmlformats.org/officeDocument/2006/relationships/image" Target="../media/contact_seito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94C8B-D7B7-A606-C8B8-A83F2A8FD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B15E62-D77B-5471-4EE2-5A3294FD4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9285" y="1013012"/>
            <a:ext cx="7253431" cy="2254101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研究室</a:t>
            </a:r>
            <a:r>
              <a:rPr kumimoji="1" lang="en-US" altLang="ja-JP" dirty="0"/>
              <a:t>mtg</a:t>
            </a:r>
            <a:br>
              <a:rPr kumimoji="1" lang="en-US" altLang="ja-JP" sz="1000" dirty="0"/>
            </a:br>
            <a:r>
              <a:rPr kumimoji="1" lang="ja-JP" altLang="en-US" sz="1000" dirty="0">
                <a:solidFill>
                  <a:schemeClr val="bg1"/>
                </a:solidFill>
              </a:rPr>
              <a:t>プロジェクトデザイン</a:t>
            </a:r>
            <a:r>
              <a:rPr kumimoji="1" lang="en-US" altLang="ja-JP" sz="1000" dirty="0">
                <a:solidFill>
                  <a:schemeClr val="bg1"/>
                </a:solidFill>
              </a:rPr>
              <a:t>Ⅲ</a:t>
            </a:r>
            <a:br>
              <a:rPr kumimoji="1" lang="en-US" altLang="ja-JP" dirty="0"/>
            </a:br>
            <a:r>
              <a:rPr kumimoji="1" lang="en-US" altLang="ja-JP" sz="4500" dirty="0"/>
              <a:t>- </a:t>
            </a:r>
            <a:r>
              <a:rPr kumimoji="1" lang="ja-JP" altLang="en-US" sz="4500" dirty="0"/>
              <a:t>個人報告 </a:t>
            </a:r>
            <a:r>
              <a:rPr kumimoji="1" lang="en-US" altLang="ja-JP" sz="4500" dirty="0"/>
              <a:t>-</a:t>
            </a:r>
            <a:endParaRPr kumimoji="1" lang="ja-JP" altLang="en-US" sz="45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6AD69F-1B48-4880-2C0B-26362FE3D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8074" y="3832411"/>
            <a:ext cx="4455852" cy="1196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000" dirty="0">
                <a:ea typeface="+mn-lt"/>
                <a:cs typeface="+mn-lt"/>
              </a:rPr>
              <a:t>SP-PS</a:t>
            </a:r>
          </a:p>
          <a:p>
            <a:r>
              <a:rPr lang="en-US" altLang="ja-JP" sz="3000" dirty="0">
                <a:ea typeface="+mn-lt"/>
                <a:cs typeface="+mn-lt"/>
              </a:rPr>
              <a:t>4EP1-064 前田　侑輝</a:t>
            </a:r>
            <a:endParaRPr lang="ja-JP" altLang="en-US" sz="3000" dirty="0">
              <a:ea typeface="+mn-lt"/>
              <a:cs typeface="+mn-lt"/>
            </a:endParaRPr>
          </a:p>
          <a:p>
            <a:endParaRPr lang="en-US" altLang="ja-JP" sz="3000" dirty="0">
              <a:ea typeface="ＭＳ 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2915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3FB1-A29C-0C99-1501-D383EFCC2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D9119C4-91C4-CEB9-A7CF-C71364E2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FE9D1347-8D2C-E689-BC2F-5A0F7A5D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500" dirty="0"/>
              <a:t>実施内容</a:t>
            </a:r>
          </a:p>
        </p:txBody>
      </p:sp>
      <p:sp>
        <p:nvSpPr>
          <p:cNvPr id="20" name="番号 1"/>
          <p:cNvSpPr txBox="1"/>
          <p:nvPr/>
        </p:nvSpPr>
        <p:spPr>
          <a:xfrm>
            <a:off x="420000" y="1300000"/>
            <a:ext cx="1250000" cy="1550000"/>
          </a:xfrm>
          <a:prstGeom prst="rect">
            <a:avLst/>
          </a:prstGeom>
          <a:noFill/>
        </p:spPr>
        <p:txBody>
          <a:bodyPr wrap="none" lIns="0" rIns="0" rtlCol="0" anchor="ctr"/>
          <a:lstStyle/>
          <a:p>
            <a:pPr algn="ctr"/>
            <a:r>
              <a:rPr lang="en-US" altLang="ja-JP" sz="6000" dirty="0"/>
              <a:t>01</a:t>
            </a:r>
          </a:p>
        </p:txBody>
      </p:sp>
      <p:sp>
        <p:nvSpPr>
          <p:cNvPr id="21" name="縦線 1"/>
          <p:cNvSpPr/>
          <p:nvPr/>
        </p:nvSpPr>
        <p:spPr>
          <a:xfrm>
            <a:off x="1707138" y="1300000"/>
            <a:ext cx="113625" cy="1550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2" name="項目 1"/>
          <p:cNvSpPr/>
          <p:nvPr/>
        </p:nvSpPr>
        <p:spPr>
          <a:xfrm>
            <a:off x="1820763" y="1300000"/>
            <a:ext cx="9349058" cy="1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lIns="320040" tIns="45720" rIns="91440" bIns="45720" rtlCol="0" anchor="ctr"/>
          <a:lstStyle/>
          <a:p>
            <a:r>
              <a:rPr lang="ja-JP" altLang="en-US" sz="3200" b="1" dirty="0">
                <a:solidFill>
                  <a:srgbClr val="203864"/>
                </a:solidFill>
                <a:latin typeface="MS PGothic"/>
                <a:ea typeface="MS PGothic"/>
              </a:rPr>
              <a:t>保護者用の説明と同意書</a:t>
            </a:r>
          </a:p>
          <a:p>
            <a:pPr>
              <a:spcBef>
                <a:spcPts val="600"/>
              </a:spcBef>
            </a:pPr>
            <a:r>
              <a:rPr lang="ja-JP" altLang="en-US" sz="2400" dirty="0">
                <a:solidFill>
                  <a:srgbClr val="17253C"/>
                </a:solidFill>
                <a:latin typeface="MS PGothic"/>
                <a:ea typeface="MS PGothic"/>
              </a:rPr>
              <a:t>研究の内容・記録するもの・やめる自由を1枚に</a:t>
            </a:r>
          </a:p>
        </p:txBody>
      </p:sp>
      <p:sp>
        <p:nvSpPr>
          <p:cNvPr id="23" name="番号 2"/>
          <p:cNvSpPr txBox="1"/>
          <p:nvPr/>
        </p:nvSpPr>
        <p:spPr>
          <a:xfrm>
            <a:off x="420000" y="3100000"/>
            <a:ext cx="1250000" cy="1550000"/>
          </a:xfrm>
          <a:prstGeom prst="rect">
            <a:avLst/>
          </a:prstGeom>
          <a:noFill/>
        </p:spPr>
        <p:txBody>
          <a:bodyPr wrap="none" lIns="0" rIns="0" rtlCol="0" anchor="ctr"/>
          <a:lstStyle/>
          <a:p>
            <a:pPr algn="ctr"/>
            <a:r>
              <a:rPr lang="en-US" altLang="ja-JP" sz="6000" dirty="0"/>
              <a:t>02</a:t>
            </a:r>
          </a:p>
        </p:txBody>
      </p:sp>
      <p:sp>
        <p:nvSpPr>
          <p:cNvPr id="24" name="縦線 2"/>
          <p:cNvSpPr/>
          <p:nvPr/>
        </p:nvSpPr>
        <p:spPr>
          <a:xfrm>
            <a:off x="1707138" y="3100000"/>
            <a:ext cx="113625" cy="1550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5" name="項目 2"/>
          <p:cNvSpPr/>
          <p:nvPr/>
        </p:nvSpPr>
        <p:spPr>
          <a:xfrm>
            <a:off x="1820763" y="3100000"/>
            <a:ext cx="9349058" cy="1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lIns="320040" tIns="45720" rIns="91440" bIns="45720" rtlCol="0" anchor="ctr"/>
          <a:lstStyle/>
          <a:p>
            <a:r>
              <a:rPr lang="ja-JP" altLang="en-US" sz="3200" b="1" dirty="0">
                <a:solidFill>
                  <a:srgbClr val="203864"/>
                </a:solidFill>
                <a:latin typeface="MS PGothic"/>
                <a:ea typeface="MS PGothic"/>
              </a:rPr>
              <a:t>生徒用の説明と同意書</a:t>
            </a:r>
          </a:p>
          <a:p>
            <a:pPr>
              <a:spcBef>
                <a:spcPts val="600"/>
              </a:spcBef>
            </a:pPr>
            <a:r>
              <a:rPr lang="ja-JP" altLang="en-US" sz="2400" dirty="0">
                <a:solidFill>
                  <a:srgbClr val="17253C"/>
                </a:solidFill>
                <a:latin typeface="MS PGothic"/>
                <a:ea typeface="MS PGothic"/>
              </a:rPr>
              <a:t>短い文にして、むずかしい言葉にふりがな</a:t>
            </a:r>
          </a:p>
        </p:txBody>
      </p:sp>
      <p:sp>
        <p:nvSpPr>
          <p:cNvPr id="26" name="番号 3"/>
          <p:cNvSpPr txBox="1"/>
          <p:nvPr/>
        </p:nvSpPr>
        <p:spPr>
          <a:xfrm>
            <a:off x="420000" y="4900000"/>
            <a:ext cx="1250000" cy="1550000"/>
          </a:xfrm>
          <a:prstGeom prst="rect">
            <a:avLst/>
          </a:prstGeom>
          <a:noFill/>
        </p:spPr>
        <p:txBody>
          <a:bodyPr wrap="none" lIns="0" rIns="0" rtlCol="0" anchor="ctr"/>
          <a:lstStyle/>
          <a:p>
            <a:pPr algn="ctr"/>
            <a:r>
              <a:rPr lang="en-US" altLang="ja-JP" sz="6000" dirty="0"/>
              <a:t>03</a:t>
            </a:r>
          </a:p>
        </p:txBody>
      </p:sp>
      <p:sp>
        <p:nvSpPr>
          <p:cNvPr id="27" name="縦線 3"/>
          <p:cNvSpPr/>
          <p:nvPr/>
        </p:nvSpPr>
        <p:spPr>
          <a:xfrm>
            <a:off x="1707138" y="4900000"/>
            <a:ext cx="113625" cy="15500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28" name="項目 3"/>
          <p:cNvSpPr/>
          <p:nvPr/>
        </p:nvSpPr>
        <p:spPr>
          <a:xfrm>
            <a:off x="1820763" y="4900000"/>
            <a:ext cx="9349058" cy="15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lIns="320040" tIns="45720" rIns="91440" bIns="45720" rtlCol="0" anchor="ctr"/>
          <a:lstStyle/>
          <a:p>
            <a:r>
              <a:rPr lang="ja-JP" altLang="en-US" sz="3200" b="1" dirty="0">
                <a:solidFill>
                  <a:srgbClr val="203864"/>
                </a:solidFill>
                <a:latin typeface="MS PGothic"/>
                <a:ea typeface="MS PGothic"/>
              </a:rPr>
              <a:t>使用後アンケート（生徒用）</a:t>
            </a:r>
          </a:p>
          <a:p>
            <a:pPr>
              <a:spcBef>
                <a:spcPts val="600"/>
              </a:spcBef>
            </a:pPr>
            <a:r>
              <a:rPr lang="ja-JP" altLang="en-US" sz="2400" dirty="0">
                <a:solidFill>
                  <a:srgbClr val="17253C"/>
                </a:solidFill>
                <a:latin typeface="MS PGothic"/>
                <a:ea typeface="MS PGothic"/>
              </a:rPr>
              <a:t>4段階15問＋自由記述3問。名前は書かない</a:t>
            </a:r>
          </a:p>
        </p:txBody>
      </p:sp>
    </p:spTree>
    <p:extLst>
      <p:ext uri="{BB962C8B-B14F-4D97-AF65-F5344CB8AC3E}">
        <p14:creationId xmlns:p14="http://schemas.microsoft.com/office/powerpoint/2010/main" val="1331319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図形 114"/>
          <p:cNvSpPr/>
          <p:nvPr/>
        </p:nvSpPr>
        <p:spPr>
          <a:xfrm>
            <a:off x="219456" y="274320"/>
            <a:ext cx="96012" cy="4572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115" name="テキスト ボックス 115"/>
          <p:cNvSpPr txBox="1"/>
          <p:nvPr/>
        </p:nvSpPr>
        <p:spPr>
          <a:xfrm>
            <a:off x="502920" y="54864"/>
            <a:ext cx="955548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kumimoji="1" lang="ja-JP" altLang="en-US" sz="3000" b="1" dirty="0">
                <a:solidFill>
                  <a:srgbClr val="203864"/>
                </a:solidFill>
                <a:latin typeface="MS PGothic"/>
                <a:ea typeface="MS PGothic"/>
              </a:rPr>
              <a:t>同意書の変更</a:t>
            </a:r>
          </a:p>
        </p:txBody>
      </p:sp>
      <p:sp>
        <p:nvSpPr>
          <p:cNvPr id="116" name="スライド番号プレースホルダー 1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117" name="図形 117"/>
          <p:cNvSpPr/>
          <p:nvPr/>
        </p:nvSpPr>
        <p:spPr>
          <a:xfrm>
            <a:off x="502920" y="1188720"/>
            <a:ext cx="11183112" cy="10607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118" name="図形 118"/>
          <p:cNvSpPr/>
          <p:nvPr/>
        </p:nvSpPr>
        <p:spPr>
          <a:xfrm>
            <a:off x="502920" y="1188720"/>
            <a:ext cx="96012" cy="1060704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119" name="テキスト ボックス 119"/>
          <p:cNvSpPr txBox="1"/>
          <p:nvPr/>
        </p:nvSpPr>
        <p:spPr>
          <a:xfrm>
            <a:off x="841248" y="1188720"/>
            <a:ext cx="10661904" cy="10607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kumimoji="1" lang="ja-JP" altLang="en-US" sz="3100" b="1" dirty="0">
                <a:solidFill>
                  <a:srgbClr val="203864"/>
                </a:solidFill>
                <a:latin typeface="MS PGothic"/>
                <a:ea typeface="MS PGothic"/>
              </a:rPr>
              <a:t>問い合わせ先を、先生の名刺のとおりに変更しました</a:t>
            </a:r>
          </a:p>
        </p:txBody>
      </p:sp>
      <p:sp>
        <p:nvSpPr>
          <p:cNvPr id="124" name="図形 124"/>
          <p:cNvSpPr/>
          <p:nvPr/>
        </p:nvSpPr>
        <p:spPr>
          <a:xfrm>
            <a:off x="502920" y="5687568"/>
            <a:ext cx="11183112" cy="859536"/>
          </a:xfrm>
          <a:prstGeom prst="roundRect">
            <a:avLst>
              <a:gd name="adj" fmla="val 14893"/>
            </a:avLst>
          </a:prstGeom>
          <a:gradFill rotWithShape="1">
            <a:gsLst>
              <a:gs pos="0">
                <a:srgbClr val="27467A"/>
              </a:gs>
              <a:gs pos="100000">
                <a:srgbClr val="1B3159"/>
              </a:gs>
            </a:gsLst>
            <a:lin ang="5400000" scaled="0"/>
          </a:gradFill>
          <a:ln>
            <a:noFill/>
          </a:ln>
          <a:effectLst>
            <a:outerShdw blurRad="57150" dist="19050" dir="5400000" rotWithShape="0">
              <a:srgbClr val="16294A">
                <a:alpha val="13000"/>
              </a:srgbClr>
            </a:outerShdw>
          </a:effectLst>
        </p:spPr>
        <p:txBody>
          <a:bodyPr wrap="square" lIns="109728" tIns="45720" rIns="109728" bIns="45720" rtlCol="0" anchor="ctr">
            <a:noAutofit/>
          </a:bodyPr>
          <a:lstStyle/>
          <a:p>
            <a:pPr algn="ctr">
              <a:lnSpc>
                <a:spcPct val="112000"/>
              </a:lnSpc>
              <a:buNone/>
            </a:pPr>
            <a:r>
              <a:rPr kumimoji="1" lang="ja-JP" altLang="en-US" sz="2900" b="1" dirty="0">
                <a:solidFill>
                  <a:srgbClr val="FFFFFF"/>
                </a:solidFill>
                <a:latin typeface="MS PGothic"/>
                <a:ea typeface="MS PGothic"/>
              </a:rPr>
              <a:t>この内容で問題ないか、ご確認ください</a:t>
            </a:r>
          </a:p>
        </p:txBody>
      </p:sp>
      <p:sp>
        <p:nvSpPr>
          <p:cNvPr id="300" name="ラベル 保護者用"/>
          <p:cNvSpPr/>
          <p:nvPr/>
        </p:nvSpPr>
        <p:spPr>
          <a:xfrm>
            <a:off x="502920" y="2655121"/>
            <a:ext cx="1600000" cy="560000"/>
          </a:xfrm>
          <a:prstGeom prst="roundRect">
            <a:avLst/>
          </a:prstGeom>
          <a:solidFill>
            <a:srgbClr val="203864"/>
          </a:solidFill>
          <a:ln>
            <a:noFill/>
          </a:ln>
        </p:spPr>
        <p:txBody>
          <a:bodyPr lIns="0" rIns="0" rtlCol="0" anchor="ctr"/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MS PGothic"/>
                <a:ea typeface="MS PGothic"/>
              </a:rPr>
              <a:t>保護者用</a:t>
            </a:r>
          </a:p>
        </p:txBody>
      </p:sp>
      <p:pic>
        <p:nvPicPr>
          <p:cNvPr id="301" name="同意書の問い合わせ先（保護者用）" descr="変更後の保護者用同意書の問い合わせ先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000" y="2470000"/>
            <a:ext cx="9400000" cy="930242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02" name="ラベル 生徒用"/>
          <p:cNvSpPr/>
          <p:nvPr/>
        </p:nvSpPr>
        <p:spPr>
          <a:xfrm>
            <a:off x="502920" y="3841543"/>
            <a:ext cx="1600000" cy="560000"/>
          </a:xfrm>
          <a:prstGeom prst="roundRect">
            <a:avLst/>
          </a:prstGeom>
          <a:solidFill>
            <a:srgbClr val="203864"/>
          </a:solidFill>
          <a:ln>
            <a:noFill/>
          </a:ln>
        </p:spPr>
        <p:txBody>
          <a:bodyPr lIns="0" rIns="0" rtlCol="0" anchor="ctr"/>
          <a:lstStyle/>
          <a:p>
            <a:pPr algn="ctr"/>
            <a:r>
              <a:rPr lang="ja-JP" altLang="en-US" sz="2200" b="1" dirty="0">
                <a:solidFill>
                  <a:srgbClr val="FFFFFF"/>
                </a:solidFill>
                <a:latin typeface="MS PGothic"/>
                <a:ea typeface="MS PGothic"/>
              </a:rPr>
              <a:t>生徒用</a:t>
            </a:r>
          </a:p>
        </p:txBody>
      </p:sp>
      <p:pic>
        <p:nvPicPr>
          <p:cNvPr id="303" name="同意書の問い合わせ先（生徒用）" descr="変更後の生徒用同意書の問い合わせ先欄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000" y="3640000"/>
            <a:ext cx="9400000" cy="963087"/>
          </a:xfrm>
          <a:prstGeom prst="rect">
            <a:avLst/>
          </a:prstGeom>
          <a:ln w="9525">
            <a:solidFill>
              <a:srgbClr val="D5DCE6"/>
            </a:solidFill>
          </a:ln>
        </p:spPr>
      </p:pic>
      <p:sp>
        <p:nvSpPr>
          <p:cNvPr id="304" name="変更前"/>
          <p:cNvSpPr txBox="1"/>
          <p:nvPr/>
        </p:nvSpPr>
        <p:spPr>
          <a:xfrm>
            <a:off x="502920" y="4780000"/>
            <a:ext cx="11200000" cy="520000"/>
          </a:xfrm>
          <a:prstGeom prst="rect">
            <a:avLst/>
          </a:prstGeom>
          <a:noFill/>
        </p:spPr>
        <p:txBody>
          <a:bodyPr wrap="square" lIns="0" rIns="0" rtlCol="0" anchor="ctr"/>
          <a:lstStyle/>
          <a:p>
            <a:r>
              <a:rPr lang="ja-JP" altLang="en-US" sz="2000" b="1" dirty="0">
                <a:solidFill>
                  <a:srgbClr val="6B7C96"/>
                </a:solidFill>
                <a:latin typeface="MS PGothic"/>
                <a:ea typeface="MS PGothic"/>
              </a:rPr>
              <a:t>変更前：</a:t>
            </a:r>
            <a:r>
              <a:rPr lang="ja-JP" altLang="en-US" sz="2000" dirty="0">
                <a:solidFill>
                  <a:srgbClr val="5A6472"/>
                </a:solidFill>
                <a:latin typeface="MS PGothic"/>
                <a:ea typeface="MS PGothic"/>
              </a:rPr>
              <a:t>「金道先生？ SP-PSのメンバー？ ろう学校？」のまま未定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図形 1101"/>
          <p:cNvSpPr/>
          <p:nvPr/>
        </p:nvSpPr>
        <p:spPr>
          <a:xfrm>
            <a:off x="219456" y="274320"/>
            <a:ext cx="96012" cy="4572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1102" name="テキスト ボックス 1102"/>
          <p:cNvSpPr txBox="1"/>
          <p:nvPr/>
        </p:nvSpPr>
        <p:spPr>
          <a:xfrm>
            <a:off x="502920" y="83439"/>
            <a:ext cx="9555480" cy="8412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kumimoji="1" lang="ja-JP" altLang="en-US" sz="3000" b="1" dirty="0">
                <a:solidFill>
                  <a:srgbClr val="203864"/>
                </a:solidFill>
                <a:latin typeface="MS PGothic"/>
                <a:ea typeface="MS PGothic"/>
              </a:rPr>
              <a:t>来週以降にやること</a:t>
            </a:r>
          </a:p>
        </p:txBody>
      </p:sp>
      <p:sp>
        <p:nvSpPr>
          <p:cNvPr id="1103" name="スライド番号プレースホルダー 110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C071F-0D9C-4209-B1B5-FDE6B10623E0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1104" name="図形 1104"/>
          <p:cNvSpPr/>
          <p:nvPr/>
        </p:nvSpPr>
        <p:spPr>
          <a:xfrm>
            <a:off x="502920" y="1684020"/>
            <a:ext cx="11183112" cy="1060704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1105" name="図形 1105"/>
          <p:cNvSpPr/>
          <p:nvPr/>
        </p:nvSpPr>
        <p:spPr>
          <a:xfrm>
            <a:off x="502920" y="1684020"/>
            <a:ext cx="96012" cy="1060704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/>
            <a:endParaRPr lang="ja-JP"/>
          </a:p>
        </p:txBody>
      </p:sp>
      <p:sp>
        <p:nvSpPr>
          <p:cNvPr id="1106" name="テキスト ボックス 1106"/>
          <p:cNvSpPr txBox="1"/>
          <p:nvPr/>
        </p:nvSpPr>
        <p:spPr>
          <a:xfrm>
            <a:off x="841248" y="1684020"/>
            <a:ext cx="10661904" cy="10607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kumimoji="1" lang="ja-JP" altLang="en-US" sz="3100" b="1" dirty="0">
                <a:solidFill>
                  <a:srgbClr val="203864"/>
                </a:solidFill>
                <a:latin typeface="MS PGothic"/>
                <a:ea typeface="MS PGothic"/>
              </a:rPr>
              <a:t>生徒と保護者が迷わず使えるように、手順書を作る</a:t>
            </a:r>
          </a:p>
        </p:txBody>
      </p:sp>
      <p:sp>
        <p:nvSpPr>
          <p:cNvPr id="1111" name="図形 1111"/>
          <p:cNvSpPr/>
          <p:nvPr/>
        </p:nvSpPr>
        <p:spPr>
          <a:xfrm>
            <a:off x="502920" y="3221355"/>
            <a:ext cx="4114800" cy="731520"/>
          </a:xfrm>
          <a:prstGeom prst="roundRect">
            <a:avLst>
              <a:gd name="adj" fmla="val 17500"/>
            </a:avLst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400" b="1" dirty="0">
                <a:solidFill>
                  <a:srgbClr val="FFFFFF"/>
                </a:solidFill>
                <a:latin typeface="MS PGothic"/>
                <a:ea typeface="MS PGothic"/>
              </a:rPr>
              <a:t>生徒</a:t>
            </a:r>
          </a:p>
        </p:txBody>
      </p:sp>
      <p:sp>
        <p:nvSpPr>
          <p:cNvPr id="1112" name="テキスト ボックス 1112"/>
          <p:cNvSpPr txBox="1"/>
          <p:nvPr/>
        </p:nvSpPr>
        <p:spPr>
          <a:xfrm>
            <a:off x="4983480" y="3221355"/>
            <a:ext cx="6702552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kumimoji="1" lang="ja-JP" altLang="en-US" sz="2800" dirty="0">
                <a:solidFill>
                  <a:srgbClr val="17253C"/>
                </a:solidFill>
                <a:latin typeface="MS PGothic"/>
                <a:ea typeface="MS PGothic"/>
              </a:rPr>
              <a:t>録音してから、結果を確認するまで</a:t>
            </a:r>
            <a:endParaRPr lang="ja-JP" altLang="en-US" sz="2800" dirty="0">
              <a:solidFill>
                <a:srgbClr val="17253C"/>
              </a:solidFill>
              <a:latin typeface="MS PGothic"/>
              <a:ea typeface="MS PGothic"/>
            </a:endParaRPr>
          </a:p>
        </p:txBody>
      </p:sp>
      <p:sp>
        <p:nvSpPr>
          <p:cNvPr id="1113" name="図形 1113"/>
          <p:cNvSpPr/>
          <p:nvPr/>
        </p:nvSpPr>
        <p:spPr>
          <a:xfrm>
            <a:off x="502920" y="4301490"/>
            <a:ext cx="4114800" cy="731520"/>
          </a:xfrm>
          <a:prstGeom prst="roundRect">
            <a:avLst>
              <a:gd name="adj" fmla="val 17500"/>
            </a:avLst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400" b="1" dirty="0">
                <a:solidFill>
                  <a:srgbClr val="FFFFFF"/>
                </a:solidFill>
                <a:latin typeface="MS PGothic"/>
                <a:ea typeface="MS PGothic"/>
              </a:rPr>
              <a:t>保護者</a:t>
            </a:r>
            <a:endParaRPr kumimoji="1" lang="ja-JP" altLang="en-US" sz="2400" b="1" dirty="0">
              <a:solidFill>
                <a:srgbClr val="FFFFFF"/>
              </a:solidFill>
              <a:latin typeface="MS PGothic"/>
              <a:ea typeface="MS PGothic"/>
            </a:endParaRPr>
          </a:p>
        </p:txBody>
      </p:sp>
      <p:sp>
        <p:nvSpPr>
          <p:cNvPr id="1114" name="テキスト ボックス 1114"/>
          <p:cNvSpPr txBox="1"/>
          <p:nvPr/>
        </p:nvSpPr>
        <p:spPr>
          <a:xfrm>
            <a:off x="4983480" y="4301490"/>
            <a:ext cx="6702552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ja-JP" sz="2800">
                <a:solidFill>
                  <a:srgbClr val="17253C"/>
                </a:solidFill>
                <a:latin typeface="MS PGothic"/>
                <a:ea typeface="MS PGothic"/>
              </a:rPr>
              <a:t>お手本を録画して、登録するまで</a:t>
            </a:r>
            <a:endParaRPr lang="ja-JP" sz="2800">
              <a:solidFill>
                <a:srgbClr val="000000"/>
              </a:solidFill>
              <a:latin typeface="MS PGothic"/>
              <a:ea typeface="MS PGothic"/>
            </a:endParaRPr>
          </a:p>
        </p:txBody>
      </p:sp>
      <p:sp>
        <p:nvSpPr>
          <p:cNvPr id="1115" name="図形 1115"/>
          <p:cNvSpPr/>
          <p:nvPr/>
        </p:nvSpPr>
        <p:spPr>
          <a:xfrm>
            <a:off x="493395" y="5343525"/>
            <a:ext cx="4114800" cy="731520"/>
          </a:xfrm>
          <a:prstGeom prst="roundRect">
            <a:avLst>
              <a:gd name="adj" fmla="val 17500"/>
            </a:avLst>
          </a:prstGeom>
          <a:solidFill>
            <a:srgbClr val="203864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algn="ctr">
              <a:buNone/>
            </a:pPr>
            <a:r>
              <a:rPr kumimoji="1" lang="ja-JP" altLang="en-US" sz="2400" b="1" dirty="0">
                <a:solidFill>
                  <a:srgbClr val="FFFFFF"/>
                </a:solidFill>
                <a:latin typeface="MS PGothic"/>
                <a:ea typeface="MS PGothic"/>
              </a:rPr>
              <a:t>工夫</a:t>
            </a:r>
          </a:p>
        </p:txBody>
      </p:sp>
      <p:sp>
        <p:nvSpPr>
          <p:cNvPr id="1116" name="テキスト ボックス 1116"/>
          <p:cNvSpPr txBox="1"/>
          <p:nvPr/>
        </p:nvSpPr>
        <p:spPr>
          <a:xfrm>
            <a:off x="4973955" y="5343525"/>
            <a:ext cx="6702552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8000"/>
              </a:lnSpc>
              <a:buNone/>
            </a:pPr>
            <a:r>
              <a:rPr kumimoji="1" lang="ja-JP" altLang="en-US" sz="2800" dirty="0">
                <a:solidFill>
                  <a:srgbClr val="17253C"/>
                </a:solidFill>
                <a:latin typeface="MS PGothic"/>
                <a:ea typeface="MS PGothic"/>
              </a:rPr>
              <a:t>画面の画像つきで、1つずつ順番に</a:t>
            </a:r>
            <a:endParaRPr lang="ja-JP" altLang="en-US" sz="2800" dirty="0">
              <a:solidFill>
                <a:srgbClr val="17253C"/>
              </a:solidFill>
              <a:latin typeface="MS PGothic"/>
              <a:ea typeface="MS P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V-3D">
      <a:majorFont>
        <a:latin typeface="ＭＳ Ｐゴシック"/>
        <a:ea typeface="ＭＳ ゴシック"/>
        <a:cs typeface=""/>
      </a:majorFont>
      <a:minorFont>
        <a:latin typeface="ＭＳ Ｐゴシック"/>
        <a:ea typeface="ＭＳ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11170</TotalTime>
  <Words>470</Words>
  <Application>Microsoft Office PowerPoint</Application>
  <PresentationFormat>ワイド画面</PresentationFormat>
  <Paragraphs>69</Paragraphs>
  <Slides>5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ＭＳ Ｐゴシック</vt:lpstr>
      <vt:lpstr>ＭＳ Ｐゴシック</vt:lpstr>
      <vt:lpstr>ＭＳ ゴシック</vt:lpstr>
      <vt:lpstr>游ゴシック</vt:lpstr>
      <vt:lpstr>Arial</vt:lpstr>
      <vt:lpstr>Office テーマ</vt:lpstr>
      <vt:lpstr>研究室mtg プロジェクトデザインⅢ - 個人報告 -</vt:lpstr>
      <vt:lpstr> 実施内容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頃安隆耀</dc:creator>
  <cp:lastModifiedBy>MAEDA Yuuki</cp:lastModifiedBy>
  <cp:revision>4545</cp:revision>
  <cp:lastPrinted>2025-11-30T14:00:36Z</cp:lastPrinted>
  <dcterms:created xsi:type="dcterms:W3CDTF">2024-12-17T04:06:39Z</dcterms:created>
  <dcterms:modified xsi:type="dcterms:W3CDTF">2026-10-13T05:16:55Z</dcterms:modified>
</cp:coreProperties>
</file>